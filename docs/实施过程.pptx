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type="screen16x9"/>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78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大家好，今天我们小组汇报的是计算机操作系统课程的知识库智能问答系统项目。</a:t>
            </a:r>
          </a:p>
          <a:p>
            <a:pPr marL="0" indent="0" algn="l">
              <a:lnSpc>
                <a:spcPct val="100000"/>
              </a:lnSpc>
            </a:pPr>
            <a:r>
              <a:rPr lang="en-US" sz="1400" b="0" i="0" u="none" strike="noStrike">
                <a:solidFill>
                  <a:srgbClr val="000000"/>
                </a:solidFill>
              </a:rPr>
              <a:t>本项目采用RAG技术方案，基于纯Python和SQLite FTS5实现，旨在构建一个能够基于教材内容准确问答的智能系统。</a:t>
            </a:r>
          </a:p>
          <a:p>
            <a:pPr marL="0" indent="0" algn="l">
              <a:lnSpc>
                <a:spcPct val="100000"/>
              </a:lnSpc>
            </a:pPr>
            <a:r>
              <a:rPr lang="en-US" sz="1400" b="0" i="0" u="none" strike="noStrike">
                <a:solidFill>
                  <a:srgbClr val="000000"/>
                </a:solidFill>
              </a:rPr>
              <a:t>接下来我将从作业背景、技术选型、实施过程等几个方面进行详细介绍。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首先介绍一下什么是RAG问答系统。RAG的全称是检索增强生成，它的核心思想是先从知识库中检索相关内容，再让大语言模型基于这些检索到的内容生成回答。</a:t>
            </a:r>
          </a:p>
          <a:p>
            <a:pPr marL="0" indent="0" algn="l">
              <a:lnSpc>
                <a:spcPct val="100000"/>
              </a:lnSpc>
            </a:pPr>
            <a:r>
              <a:rPr lang="en-US" sz="1400" b="0" i="0" u="none" strike="noStrike">
                <a:solidFill>
                  <a:srgbClr val="000000"/>
                </a:solidFill>
              </a:rPr>
              <a:t>这样做的好处是可以有效避免大模型的"幻觉"问题，因为所有的回答都可以溯源到具体的教材页码。</a:t>
            </a:r>
          </a:p>
          <a:p>
            <a:pPr marL="0" indent="0" algn="l">
              <a:lnSpc>
                <a:spcPct val="100000"/>
              </a:lnSpc>
            </a:pPr>
            <a:r>
              <a:rPr lang="en-US" sz="1400" b="0" i="0" u="none" strike="noStrike">
                <a:solidFill>
                  <a:srgbClr val="000000"/>
                </a:solidFill>
              </a:rPr>
              <a:t>本作业的要求就是选择一门课程的教材，建立本地知识库，然后配置一个只基于教材内容进行问答、并且带有页码引用的智能系统。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接下来是系统必须遵守的六条强制行为约束，这些约束与具体技术栈无关，是RAG问答系统的核心规范。</a:t>
            </a:r>
          </a:p>
          <a:p>
            <a:pPr marL="0" indent="0" algn="l">
              <a:lnSpc>
                <a:spcPct val="100000"/>
              </a:lnSpc>
            </a:pPr>
            <a:r>
              <a:rPr lang="en-US" sz="1400" b="0" i="0" u="none" strike="noStrike">
                <a:solidFill>
                  <a:srgbClr val="000000"/>
                </a:solidFill>
              </a:rPr>
              <a:t>简单来说就是：回答前必须先检索、只能用检索到的内容、每个事实都要标页码、用简单中文解释、不知道就说不知道、不能大段抄原文。</a:t>
            </a:r>
          </a:p>
          <a:p>
            <a:pPr marL="0" indent="0" algn="l">
              <a:lnSpc>
                <a:spcPct val="100000"/>
              </a:lnSpc>
            </a:pPr>
            <a:r>
              <a:rPr lang="en-US" sz="1400" b="0" i="0" u="none" strike="noStrike">
                <a:solidFill>
                  <a:srgbClr val="000000"/>
                </a:solidFill>
              </a:rPr>
              <a:t>这六条约束确保了系统回答的准确性和可溯源性，也保护了教材的版权。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我们对比了四种技术方案，最终选择了方案C。</a:t>
            </a:r>
          </a:p>
          <a:p>
            <a:pPr marL="0" indent="0" algn="l">
              <a:lnSpc>
                <a:spcPct val="100000"/>
              </a:lnSpc>
            </a:pPr>
            <a:r>
              <a:rPr lang="en-US" sz="1400" b="0" i="0" u="none" strike="noStrike">
                <a:solidFill>
                  <a:srgbClr val="000000"/>
                </a:solidFill>
              </a:rPr>
              <a:t>方案A是参考案例用的Node框架，生态比较重；方案B用向量数据库和LangChain，需要机器学习基础；方案D是低代码平台，但像黑盒一样不便于理解原理。</a:t>
            </a:r>
          </a:p>
          <a:p>
            <a:pPr marL="0" indent="0" algn="l">
              <a:lnSpc>
                <a:spcPct val="100000"/>
              </a:lnSpc>
            </a:pPr>
            <a:r>
              <a:rPr lang="en-US" sz="1400" b="0" i="0" u="none" strike="noStrike">
                <a:solidFill>
                  <a:srgbClr val="000000"/>
                </a:solidFill>
              </a:rPr>
              <a:t>选择方案C的理由很简单：零重型框架依赖、代码最容易读懂、和参考案例有差异化、也有利于我们在演示时讲清楚RAG的底层原理。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这一页是我们知识库的整体概览。我们选用的教材是《计算机操作系统（第4版）》，一共416页。</a:t>
            </a:r>
          </a:p>
          <a:p>
            <a:pPr marL="0" indent="0" algn="l">
              <a:lnSpc>
                <a:spcPct val="100000"/>
              </a:lnSpc>
            </a:pPr>
            <a:r>
              <a:rPr lang="en-US" sz="1400" b="0" i="0" u="none" strike="noStrike">
                <a:solidFill>
                  <a:srgbClr val="000000"/>
                </a:solidFill>
              </a:rPr>
              <a:t>因为是图片型PDF没有文本层，所以我们需要先做OCR识别。通过目录自动检测出12个章节，再用滑动窗口的方式分成392个文本块。</a:t>
            </a:r>
          </a:p>
          <a:p>
            <a:pPr marL="0" indent="0" algn="l">
              <a:lnSpc>
                <a:spcPct val="100000"/>
              </a:lnSpc>
            </a:pPr>
            <a:r>
              <a:rPr lang="en-US" sz="1400" b="0" i="0" u="none" strike="noStrike">
                <a:solidFill>
                  <a:srgbClr val="000000"/>
                </a:solidFill>
              </a:rPr>
              <a:t>检索方面我们用的是SQLite内置的FTS5全文检索引擎，配合trigram分词和BM25算法，对中文支持很好，开箱即用。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这是知识库构建的第一阶段流程，由成员A负责。</a:t>
            </a:r>
          </a:p>
          <a:p>
            <a:pPr marL="0" indent="0" algn="l">
              <a:lnSpc>
                <a:spcPct val="100000"/>
              </a:lnSpc>
            </a:pPr>
            <a:r>
              <a:rPr lang="en-US" sz="1400" b="0" i="0" u="none" strike="noStrike">
                <a:solidFill>
                  <a:srgbClr val="000000"/>
                </a:solidFill>
              </a:rPr>
              <a:t>整个流程从左到右依次是：先对PDF进行OCR识别提取每页内容，然后通过目录检测确定章节边界，接着用滑动窗口的方式进行语义分块，然后建立FTS5全文索引库，最后验证整体覆盖率确保没有遗漏。</a:t>
            </a:r>
          </a:p>
          <a:p>
            <a:pPr marL="0" indent="0" algn="l">
              <a:lnSpc>
                <a:spcPct val="100000"/>
              </a:lnSpc>
            </a:pPr>
            <a:r>
              <a:rPr lang="en-US" sz="1400" b="0" i="0" u="none" strike="noStrike">
                <a:solidFill>
                  <a:srgbClr val="000000"/>
                </a:solidFill>
              </a:rPr>
              <a:t>这个阶段是整个系统的基础，知识库的质量直接决定了后续问答的准确性。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分块策略是知识库构建的关键一步。我们先按章节分组，章节内部用滑动窗口的方式进行分块。</a:t>
            </a:r>
          </a:p>
          <a:p>
            <a:pPr marL="0" indent="0" algn="l">
              <a:lnSpc>
                <a:spcPct val="100000"/>
              </a:lnSpc>
            </a:pPr>
            <a:r>
              <a:rPr lang="en-US" sz="1400" b="0" i="0" u="none" strike="noStrike">
                <a:solidFill>
                  <a:srgbClr val="000000"/>
                </a:solidFill>
              </a:rPr>
              <a:t>每个块的大小控制在800到1200个token，也就是大约1300到1900个中文字，块与块之间重叠220个字，这样可以保证上下文的连续性，减少边界处的信息丢失。</a:t>
            </a:r>
          </a:p>
          <a:p>
            <a:pPr marL="0" indent="0" algn="l">
              <a:lnSpc>
                <a:spcPct val="100000"/>
              </a:lnSpc>
            </a:pPr>
            <a:r>
              <a:rPr lang="en-US" sz="1400" b="0" i="0" u="none" strike="noStrike">
                <a:solidFill>
                  <a:srgbClr val="000000"/>
                </a:solidFill>
              </a:rPr>
              <a:t>每个文本块都记录了完整的元数据，包括内容、起始页码、结束页码和所属章节，方便后续检索和引用。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第二阶段是智能体配置，由成员B负责。主要包括四个部分：检索工具、系统提示词、RAG编排逻辑和LLM接口。</a:t>
            </a:r>
          </a:p>
          <a:p>
            <a:pPr marL="0" indent="0" algn="l">
              <a:lnSpc>
                <a:spcPct val="100000"/>
              </a:lnSpc>
            </a:pPr>
            <a:r>
              <a:rPr lang="en-US" sz="1400" b="0" i="0" u="none" strike="noStrike">
                <a:solidFill>
                  <a:srgbClr val="000000"/>
                </a:solidFill>
              </a:rPr>
              <a:t>检索工具knowledge_search会返回带页码的教材片段；系统提示词采用五段式结构，确保R1到R6的规则都被落实。</a:t>
            </a:r>
          </a:p>
          <a:p>
            <a:pPr marL="0" indent="0" algn="l">
              <a:lnSpc>
                <a:spcPct val="100000"/>
              </a:lnSpc>
            </a:pPr>
            <a:r>
              <a:rPr lang="en-US" sz="1400" b="0" i="0" u="none" strike="noStrike">
                <a:solidFill>
                  <a:srgbClr val="000000"/>
                </a:solidFill>
              </a:rPr>
              <a:t>RAG的编排是在代码层面强制先检索再回答，而不是依赖模型自己决定要不要调用工具。LLM接口采用OpenAI兼容格式，支持DeepSeek等模型，如果没有API Key也能退化成简单的检索合成模式。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系统提示词采用五段式结构，对应落实了R1到R6的所有规则。</a:t>
            </a:r>
          </a:p>
          <a:p>
            <a:pPr marL="0" indent="0" algn="l">
              <a:lnSpc>
                <a:spcPct val="100000"/>
              </a:lnSpc>
            </a:pPr>
            <a:r>
              <a:rPr lang="en-US" sz="1400" b="0" i="0" u="none" strike="noStrike">
                <a:solidFill>
                  <a:srgbClr val="000000"/>
                </a:solidFill>
              </a:rPr>
              <a:t>第一段讲RAG工作流，强调先检索后回答；第二段明确知识边界，只能用教材内容；第三段规定引用规范，每个事实都要标页码。</a:t>
            </a:r>
          </a:p>
          <a:p>
            <a:pPr marL="0" indent="0" algn="l">
              <a:lnSpc>
                <a:spcPct val="100000"/>
              </a:lnSpc>
            </a:pPr>
            <a:r>
              <a:rPr lang="en-US" sz="1400" b="0" i="0" u="none" strike="noStrike">
                <a:solidFill>
                  <a:srgbClr val="000000"/>
                </a:solidFill>
              </a:rPr>
              <a:t>第四段是语言风格要求，用简单中文解释但保留关键英文术语；第五段是版权和诚实原则，不能大段抄原文，不知道的内容要如实说明。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这是RAG问答的完整工作流，也是R1规则的双保险机制。</a:t>
            </a:r>
          </a:p>
          <a:p>
            <a:pPr marL="0" indent="0" algn="l">
              <a:lnSpc>
                <a:spcPct val="100000"/>
              </a:lnSpc>
            </a:pPr>
            <a:r>
              <a:rPr lang="en-US" sz="1400" b="0" i="0" u="none" strike="noStrike">
                <a:solidFill>
                  <a:srgbClr val="000000"/>
                </a:solidFill>
              </a:rPr>
              <a:t>用户提问后，系统会强制先调用knowledge_search检索知识库，然后把检索到的上下文和页码一起注入给LLM，最后生成带有页码引用的回答。</a:t>
            </a:r>
          </a:p>
          <a:p>
            <a:pPr marL="0" indent="0" algn="l">
              <a:lnSpc>
                <a:spcPct val="100000"/>
              </a:lnSpc>
            </a:pPr>
            <a:r>
              <a:rPr lang="en-US" sz="1400" b="0" i="0" u="none" strike="noStrike">
                <a:solidFill>
                  <a:srgbClr val="000000"/>
                </a:solidFill>
              </a:rPr>
              <a:t>这样设计的好处是不依赖模型自觉调用工具，而是在代码层面保证了"先检索后回答"的顺序，从根本上避免了模型凭空编造答案。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第一个拓展挑战是做了一个命令行可视化界面。</a:t>
            </a:r>
          </a:p>
          <a:p>
            <a:pPr marL="0" indent="0" algn="l">
              <a:lnSpc>
                <a:spcPct val="100000"/>
              </a:lnSpc>
            </a:pPr>
            <a:r>
              <a:rPr lang="en-US" sz="1400" b="0" i="0" u="none" strike="noStrike">
                <a:solidFill>
                  <a:srgbClr val="000000"/>
                </a:solidFill>
              </a:rPr>
              <a:t>采用命令行交互的方式，不需要前端依赖和额外的包，开箱即用。界面会实时展示检索过程，包括命中了多少条、引用了哪些内容、来自哪个章节。</a:t>
            </a:r>
          </a:p>
          <a:p>
            <a:pPr marL="0" indent="0" algn="l">
              <a:lnSpc>
                <a:spcPct val="100000"/>
              </a:lnSpc>
            </a:pPr>
            <a:r>
              <a:rPr lang="en-US" sz="1400" b="0" i="0" u="none" strike="noStrike">
                <a:solidFill>
                  <a:srgbClr val="000000"/>
                </a:solidFill>
              </a:rPr>
              <a:t>还内置了几个常用命令，比如/search可以只检索不生成回答，/clear清空对话历史，/quit退出程序。这样设计的好处是不需要搭服务器，在课堂上就能直接演示完整的RAG行为。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第二个拓展挑战是多轮对话的指代消解。</a:t>
            </a:r>
          </a:p>
          <a:p>
            <a:pPr marL="0" indent="0" algn="l">
              <a:lnSpc>
                <a:spcPct val="100000"/>
              </a:lnSpc>
            </a:pPr>
            <a:r>
              <a:rPr lang="en-US" sz="1400" b="0" i="0" u="none" strike="noStrike">
                <a:solidFill>
                  <a:srgbClr val="000000"/>
                </a:solidFill>
              </a:rPr>
              <a:t>系统会维护对话历史，能够理解上下文中的"它"、"该"、"上述"等指代词。当检测到用户问题中有指代时，会自动用上一轮的问题来扩展检索查询，提升命中准确率。同时对话历史也会注入给LLM，让它能正确解析指代关系。</a:t>
            </a:r>
          </a:p>
          <a:p>
            <a:pPr marL="0" indent="0" algn="l">
              <a:lnSpc>
                <a:spcPct val="100000"/>
              </a:lnSpc>
            </a:pPr>
            <a:r>
              <a:rPr lang="en-US" sz="1400" b="0" i="0" u="none" strike="noStrike">
                <a:solidFill>
                  <a:srgbClr val="000000"/>
                </a:solidFill>
              </a:rPr>
              <a:t>举个例子：用户先问"什么是进程同步"，得到回答后再问"它有哪些经典问题"，系统会自动理解"它"指的就是进程同步，从而检索到正确的章节内容。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测试验证由成员C负责。我们设计了至少3个问答案例，逐条验证R1到R6的规则。</a:t>
            </a:r>
          </a:p>
          <a:p>
            <a:pPr marL="0" indent="0" algn="l">
              <a:lnSpc>
                <a:spcPct val="100000"/>
              </a:lnSpc>
            </a:pPr>
            <a:r>
              <a:rPr lang="en-US" sz="1400" b="0" i="0" u="none" strike="noStrike">
                <a:solidFill>
                  <a:srgbClr val="000000"/>
                </a:solidFill>
              </a:rPr>
              <a:t>覆盖的问题包括教材内的死锁预防、页面置换、进程和线程的区别等；还专门设计了超纲问题比如Kafka配置，来验证R5规则——系统能不能诚实地说不知道而不是编造答案。另外也测试了多轮对话的指代消解功能。</a:t>
            </a:r>
          </a:p>
          <a:p>
            <a:pPr marL="0" indent="0" algn="l">
              <a:lnSpc>
                <a:spcPct val="100000"/>
              </a:lnSpc>
            </a:pPr>
            <a:r>
              <a:rPr lang="en-US" sz="1400" b="0" i="0" u="none" strike="noStrike">
                <a:solidFill>
                  <a:srgbClr val="000000"/>
                </a:solidFill>
              </a:rPr>
              <a:t>最终测试结论是：R1、R3、R5、R6这几条硬性约束都全部满足，系统达到了设计要求。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这是我们项目的完整交付物清单，一共七项。</a:t>
            </a:r>
          </a:p>
          <a:p>
            <a:pPr marL="0" indent="0" algn="l">
              <a:lnSpc>
                <a:spcPct val="100000"/>
              </a:lnSpc>
            </a:pPr>
            <a:r>
              <a:rPr lang="en-US" sz="1400" b="0" i="0" u="none" strike="noStrike">
                <a:solidFill>
                  <a:srgbClr val="000000"/>
                </a:solidFill>
              </a:rPr>
              <a:t>包括知识库文件和构建脚本、检索工具代码、系统提示词文件和设计文档、智能体配置和主程序、测试报告、这份实施过程PPT，以及小组分工说明文档。</a:t>
            </a:r>
          </a:p>
          <a:p>
            <a:pPr marL="0" indent="0" algn="l">
              <a:lnSpc>
                <a:spcPct val="100000"/>
              </a:lnSpc>
            </a:pPr>
            <a:r>
              <a:rPr lang="en-US" sz="1400" b="0" i="0" u="none" strike="noStrike">
                <a:solidFill>
                  <a:srgbClr val="000000"/>
                </a:solidFill>
              </a:rPr>
              <a:t>所有交付物都有明确的文件路径和说明，方便老师查阅和验证。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这是我们小组的分工情况，一共四位成员。</a:t>
            </a:r>
          </a:p>
          <a:p>
            <a:pPr marL="0" indent="0" algn="l">
              <a:lnSpc>
                <a:spcPct val="100000"/>
              </a:lnSpc>
            </a:pPr>
            <a:r>
              <a:rPr lang="en-US" sz="1400" b="0" i="0" u="none" strike="noStrike">
                <a:solidFill>
                  <a:srgbClr val="000000"/>
                </a:solidFill>
              </a:rPr>
              <a:t>成员A负责知识库构建，包括PDF的OCR提取、章节检测、语义分块、FTS5建库和验证工作；成员B负责智能体配置，包括检索工具、系统提示词设计和RAG编排；成员C负责测试验证，做冒烟测试、R1到R6的合规验证并撰写测试报告；成员D也就是我，负责汇报展示，包括这份PPT的制作和文档整理工作。</a:t>
            </a:r>
          </a:p>
          <a:p>
            <a:pPr marL="0" indent="0" algn="l">
              <a:lnSpc>
                <a:spcPct val="100000"/>
              </a:lnSpc>
            </a:pPr>
            <a:r>
              <a:rPr lang="en-US" sz="1400" b="0" i="0" u="none" strike="noStrike">
                <a:solidFill>
                  <a:srgbClr val="000000"/>
                </a:solidFill>
              </a:rPr>
              <a:t>大家分工明确，协作完成了整个项目。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457200">
              <a:lnSpc>
                <a:spcPct val="100000"/>
              </a:lnSpc>
              <a:defRPr sz="1200" b="0" i="0" u="none" strike="noStrike">
                <a:solidFill>
                  <a:srgbClr val="000000">
                    <a:alpha val="100000"/>
                  </a:srgbClr>
                </a:solidFill>
                <a:latin typeface="Calibri"/>
              </a:defRPr>
            </a:lvl1pPr>
          </a:lstStyle>
          <a:p>
            <a:pPr marL="0" indent="0" algn="l" defTabSz="457200">
              <a:lnSpc>
                <a:spcPct val="100000"/>
              </a:lnSpc>
            </a:pPr>
            <a:r>
              <a:rPr lang="en-US" sz="1200" b="0" i="0" u="none" strike="noStrike">
                <a:solidFill>
                  <a:srgbClr val="000000"/>
                </a:solidFill>
                <a:latin typeface="Calibri"/>
                <a:ea typeface="Calibri"/>
                <a:cs typeface="Calibri"/>
                <a:sym typeface="Calibri"/>
              </a:rPr>
              <a:t>最后总结一下我们这个项目。</a:t>
            </a:r>
          </a:p>
          <a:p>
            <a:pPr marL="0" indent="0" algn="l" defTabSz="457200">
              <a:lnSpc>
                <a:spcPct val="100000"/>
              </a:lnSpc>
            </a:pPr>
            <a:r>
              <a:rPr lang="en-US" sz="1200" b="0" i="0" u="none" strike="noStrike">
                <a:solidFill>
                  <a:srgbClr val="000000"/>
                </a:solidFill>
                <a:latin typeface="Calibri"/>
                <a:ea typeface="Calibri"/>
                <a:cs typeface="Calibri"/>
                <a:sym typeface="Calibri"/>
              </a:rPr>
              <a:t>我们用纯Python实现了RAG问答系统，没有依赖任何重型框架，和参考案例有明显的差异化。在代码层面强制了"先检索后回答"的流程，R1到R6的规则都可以逐条验证。</a:t>
            </a:r>
          </a:p>
          <a:p>
            <a:pPr marL="0" indent="0" algn="l" defTabSz="457200">
              <a:lnSpc>
                <a:spcPct val="100000"/>
              </a:lnSpc>
            </a:pPr>
            <a:r>
              <a:rPr lang="en-US" sz="1200" b="0" i="0" u="none" strike="noStrike">
                <a:solidFill>
                  <a:srgbClr val="000000"/>
                </a:solidFill>
                <a:latin typeface="Calibri"/>
                <a:ea typeface="Calibri"/>
                <a:cs typeface="Calibri"/>
                <a:sym typeface="Calibri"/>
              </a:rPr>
              <a:t>另外我们还完成了两项拓展挑战：命令行可视化界面和多轮对话的指代消解。这个系统也有很好的可演进性，换教材只需要重跑构建脚本，未来也可以平滑接入向量检索或者混合检索方案。</a:t>
            </a:r>
          </a:p>
          <a:p>
            <a:pPr marL="0" indent="0" algn="l" defTabSz="457200">
              <a:lnSpc>
                <a:spcPct val="100000"/>
              </a:lnSpc>
            </a:pPr>
            <a:r>
              <a:rPr lang="en-US" sz="1200" b="0" i="0" u="none" strike="noStrike">
                <a:solidFill>
                  <a:srgbClr val="000000"/>
                </a:solidFill>
                <a:latin typeface="Calibri"/>
                <a:ea typeface="Calibri"/>
                <a:cs typeface="Calibri"/>
                <a:sym typeface="Calibri"/>
              </a:rPr>
              <a:t>我的汇报就到这里，谢谢大家，欢迎提问。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685800" y="2130425"/>
            <a:ext cx="7772400" cy="1470025"/>
          </a:xfrm>
          <a:prstGeom prst="rect">
            <a:avLst/>
          </a:prstGeom>
          <a:noFill/>
          <a:ln w="12700">
            <a:noFill/>
            <a:prstDash val="solid"/>
          </a:ln>
        </p:spPr>
        <p:txBody>
          <a:bodyPr wrap="square" lIns="91440" tIns="45720" rIns="91440" bIns="45720" anchor="ctr">
            <a:noAutofit/>
          </a:bodyPr>
          <a:lstStyle>
            <a:lvl1pPr algn="ctr" defTabSz="457200">
              <a:lnSpc>
                <a:spcPct val="100000"/>
              </a:lnSpc>
              <a:defRPr sz="4400" b="0" i="0" u="none" strike="noStrike" spc="0">
                <a:solidFill>
                  <a:srgbClr val="000000">
                    <a:alpha val="100000"/>
                  </a:srgbClr>
                </a:solidFill>
                <a:latin typeface="Calibri"/>
              </a:defRPr>
            </a:lvl1pPr>
          </a:lstStyle>
          <a:p>
            <a:pPr marL="0" indent="0" algn="ctr" defTabSz="457200">
              <a:lnSpc>
                <a:spcPct val="100000"/>
              </a:lnSpc>
            </a:pPr>
            <a:r>
              <a:rPr lang="en-US" sz="4400" b="0"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7" hasCustomPrompt="1"/>
          </p:nvPr>
        </p:nvSpPr>
        <p:spPr>
          <a:xfrm>
            <a:off x="1371600" y="3886200"/>
            <a:ext cx="6400800" cy="1752600"/>
          </a:xfrm>
          <a:prstGeom prst="rect">
            <a:avLst/>
          </a:prstGeom>
          <a:noFill/>
          <a:ln w="12700">
            <a:noFill/>
            <a:prstDash val="solid"/>
          </a:ln>
        </p:spPr>
        <p:txBody>
          <a:bodyPr wrap="square" lIns="91440" tIns="45720" rIns="91440" bIns="45720" anchor="t">
            <a:normAutofit/>
          </a:bodyPr>
          <a:lstStyle>
            <a:lvl1pPr algn="ctr" defTabSz="457200">
              <a:lnSpc>
                <a:spcPct val="100000"/>
              </a:lnSpc>
              <a:defRPr sz="3200" b="0" i="0" u="none" strike="noStrike" spc="0">
                <a:solidFill>
                  <a:srgbClr val="898989">
                    <a:alpha val="100000"/>
                  </a:srgbClr>
                </a:solidFill>
                <a:latin typeface="Calibri"/>
              </a:defRPr>
            </a:lvl1pPr>
          </a:lstStyle>
          <a:p>
            <a:pPr marL="0" indent="0" algn="ctr" defTabSz="457200">
              <a:lnSpc>
                <a:spcPct val="100000"/>
              </a:lnSpc>
              <a:spcBef>
                <a:spcPct val="20000"/>
              </a:spcBef>
            </a:pPr>
            <a:r>
              <a:rPr lang="en-US" sz="3200" b="0" i="0" u="none" strike="noStrike">
                <a:solidFill>
                  <a:srgbClr val="898989"/>
                </a:solidFill>
                <a:latin typeface="Calibri"/>
                <a:ea typeface="Calibri"/>
                <a:cs typeface="Calibri"/>
                <a:sym typeface="Calibri"/>
              </a:rPr>
              <a:t>Click to edit Master subtitle style</a:t>
            </a:r>
          </a:p>
        </p:txBody>
      </p:sp>
      <p:sp>
        <p:nvSpPr>
          <p:cNvPr id="4" name="AutoShape 4"/>
          <p:cNvSpPr>
            <a:spLocks noGrp="1"/>
          </p:cNvSpPr>
          <p:nvPr>
            <p:ph type="body" sz="quarter" idx="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5" name="AutoShape 5"/>
          <p:cNvSpPr>
            <a:spLocks noGrp="1"/>
          </p:cNvSpPr>
          <p:nvPr>
            <p:ph type="body" sz="quarter" idx="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6" name="AutoShape 6"/>
          <p:cNvSpPr>
            <a:spLocks noGrp="1"/>
          </p:cNvSpPr>
          <p:nvPr>
            <p:ph type="body" sz="quarter" idx="10"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1A0D9EBB-1CDF-48A4-97E4-A21862226515}"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457200">
              <a:lnSpc>
                <a:spcPct val="100000"/>
              </a:lnSpc>
              <a:defRPr sz="4400" b="0" i="0" u="none" strike="noStrike" spc="0">
                <a:solidFill>
                  <a:srgbClr val="000000">
                    <a:alpha val="100000"/>
                  </a:srgbClr>
                </a:solidFill>
                <a:latin typeface="Calibri"/>
              </a:defRPr>
            </a:lvl1pPr>
          </a:lstStyle>
          <a:p>
            <a:pPr marL="0" indent="0" algn="ctr" defTabSz="457200">
              <a:lnSpc>
                <a:spcPct val="100000"/>
              </a:lnSpc>
            </a:pPr>
            <a:r>
              <a:rPr lang="en-US" sz="4400" b="0"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12" hasCustomPrompt="1"/>
          </p:nvPr>
        </p:nvSpPr>
        <p:spPr>
          <a:xfrm>
            <a:off x="457200" y="1600200"/>
            <a:ext cx="8229600" cy="4525963"/>
          </a:xfrm>
          <a:prstGeom prst="rect">
            <a:avLst/>
          </a:prstGeom>
          <a:noFill/>
          <a:ln w="12700">
            <a:noFill/>
            <a:prstDash val="solid"/>
          </a:ln>
        </p:spPr>
        <p:txBody>
          <a:bodyPr wrap="square" lIns="91440" tIns="45720" rIns="91440" bIns="45720" anchor="t">
            <a:normAutofit/>
          </a:bodyPr>
          <a:lstStyle>
            <a:lvl1pPr marL="749300" indent="-406400" algn="l" defTabSz="457200">
              <a:lnSpc>
                <a:spcPct val="100000"/>
              </a:lnSpc>
              <a:defRPr sz="3200" b="0" i="0" u="none" strike="noStrike" spc="0">
                <a:solidFill>
                  <a:srgbClr val="000000">
                    <a:alpha val="100000"/>
                  </a:srgbClr>
                </a:solidFill>
                <a:latin typeface="Calibri"/>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457200">
              <a:lnSpc>
                <a:spcPct val="100000"/>
              </a:lnSpc>
              <a:spcBef>
                <a:spcPct val="20000"/>
              </a:spcBef>
              <a:buClr>
                <a:srgbClr val="000000"/>
              </a:buClr>
              <a:buFont typeface="Arial"/>
              <a:buChar char="•"/>
            </a:pPr>
            <a:r>
              <a:rPr lang="en-US" sz="32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8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24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Fifth level</a:t>
            </a:r>
          </a:p>
        </p:txBody>
      </p:sp>
      <p:sp>
        <p:nvSpPr>
          <p:cNvPr id="4" name="AutoShape 4"/>
          <p:cNvSpPr>
            <a:spLocks noGrp="1"/>
          </p:cNvSpPr>
          <p:nvPr>
            <p:ph type="body" sz="quarter" idx="13"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5" name="AutoShape 5"/>
          <p:cNvSpPr>
            <a:spLocks noGrp="1"/>
          </p:cNvSpPr>
          <p:nvPr>
            <p:ph type="body" sz="quarter" idx="14"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6" name="AutoShape 6"/>
          <p:cNvSpPr>
            <a:spLocks noGrp="1"/>
          </p:cNvSpPr>
          <p:nvPr>
            <p:ph type="body" sz="quarter" idx="15"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7C748022-CA63-4C69-BD67-775C10A0ACA3}"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722313" y="4406900"/>
            <a:ext cx="7772400" cy="1362075"/>
          </a:xfrm>
          <a:prstGeom prst="rect">
            <a:avLst/>
          </a:prstGeom>
          <a:noFill/>
          <a:ln w="12700">
            <a:noFill/>
            <a:prstDash val="solid"/>
          </a:ln>
        </p:spPr>
        <p:txBody>
          <a:bodyPr wrap="square" lIns="91440" tIns="45720" rIns="91440" bIns="45720" anchor="t">
            <a:normAutofit/>
          </a:bodyPr>
          <a:lstStyle>
            <a:lvl1pPr algn="l" defTabSz="457200">
              <a:lnSpc>
                <a:spcPct val="100000"/>
              </a:lnSpc>
              <a:defRPr sz="4000" b="1" i="0" u="none" strike="noStrike" spc="0">
                <a:solidFill>
                  <a:srgbClr val="000000">
                    <a:alpha val="100000"/>
                  </a:srgbClr>
                </a:solidFill>
                <a:latin typeface="Calibri"/>
              </a:defRPr>
            </a:lvl1pPr>
          </a:lstStyle>
          <a:p>
            <a:pPr marL="0" indent="0" algn="l" defTabSz="457200">
              <a:lnSpc>
                <a:spcPct val="100000"/>
              </a:lnSpc>
            </a:pPr>
            <a:r>
              <a:rPr lang="en-US" sz="4000" b="1"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17" hasCustomPrompt="1"/>
          </p:nvPr>
        </p:nvSpPr>
        <p:spPr>
          <a:xfrm>
            <a:off x="722313" y="2906713"/>
            <a:ext cx="7772400" cy="1500187"/>
          </a:xfrm>
          <a:prstGeom prst="rect">
            <a:avLst/>
          </a:prstGeom>
          <a:noFill/>
          <a:ln w="12700">
            <a:noFill/>
            <a:prstDash val="solid"/>
          </a:ln>
        </p:spPr>
        <p:txBody>
          <a:bodyPr wrap="square" lIns="91440" tIns="45720" rIns="91440" bIns="45720" anchor="b">
            <a:normAutofit/>
          </a:bodyPr>
          <a:lstStyle>
            <a:lvl1pPr algn="l" defTabSz="457200">
              <a:lnSpc>
                <a:spcPct val="100000"/>
              </a:lnSpc>
              <a:defRPr sz="2000" b="0" i="0" u="none" strike="noStrike" spc="0">
                <a:solidFill>
                  <a:srgbClr val="898989">
                    <a:alpha val="100000"/>
                  </a:srgbClr>
                </a:solidFill>
                <a:latin typeface="Calibri"/>
              </a:defRPr>
            </a:lvl1pPr>
          </a:lstStyle>
          <a:p>
            <a:pPr marL="0" indent="0" algn="l" defTabSz="457200">
              <a:lnSpc>
                <a:spcPct val="100000"/>
              </a:lnSpc>
              <a:spcBef>
                <a:spcPct val="20000"/>
              </a:spcBef>
            </a:pPr>
            <a:r>
              <a:rPr lang="en-US" sz="2000" b="0" i="0" u="none" strike="noStrike">
                <a:solidFill>
                  <a:srgbClr val="898989"/>
                </a:solidFill>
                <a:latin typeface="Calibri"/>
                <a:ea typeface="Calibri"/>
                <a:cs typeface="Calibri"/>
                <a:sym typeface="Calibri"/>
              </a:rPr>
              <a:t>Click to edit Master text styles</a:t>
            </a:r>
          </a:p>
        </p:txBody>
      </p:sp>
      <p:sp>
        <p:nvSpPr>
          <p:cNvPr id="4" name="AutoShape 4"/>
          <p:cNvSpPr>
            <a:spLocks noGrp="1"/>
          </p:cNvSpPr>
          <p:nvPr>
            <p:ph type="body" sz="quarter" idx="1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5" name="AutoShape 5"/>
          <p:cNvSpPr>
            <a:spLocks noGrp="1"/>
          </p:cNvSpPr>
          <p:nvPr>
            <p:ph type="body" sz="quarter" idx="1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6" name="AutoShape 6"/>
          <p:cNvSpPr>
            <a:spLocks noGrp="1"/>
          </p:cNvSpPr>
          <p:nvPr>
            <p:ph type="body" sz="quarter" idx="20"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AE5A661B-2232-46C6-B1F7-C9DB5FD43B43}"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 Content">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457200">
              <a:lnSpc>
                <a:spcPct val="100000"/>
              </a:lnSpc>
              <a:defRPr sz="4400" b="0" i="0" u="none" strike="noStrike" spc="0">
                <a:solidFill>
                  <a:srgbClr val="000000">
                    <a:alpha val="100000"/>
                  </a:srgbClr>
                </a:solidFill>
                <a:latin typeface="Calibri"/>
              </a:defRPr>
            </a:lvl1pPr>
          </a:lstStyle>
          <a:p>
            <a:pPr marL="0" indent="0" algn="ctr" defTabSz="457200">
              <a:lnSpc>
                <a:spcPct val="100000"/>
              </a:lnSpc>
            </a:pPr>
            <a:r>
              <a:rPr lang="en-US" sz="4400" b="0"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22" hasCustomPrompt="1"/>
          </p:nvPr>
        </p:nvSpPr>
        <p:spPr>
          <a:xfrm>
            <a:off x="457200" y="1600200"/>
            <a:ext cx="4038600" cy="4525963"/>
          </a:xfrm>
          <a:prstGeom prst="rect">
            <a:avLst/>
          </a:prstGeom>
          <a:noFill/>
          <a:ln w="12700">
            <a:noFill/>
            <a:prstDash val="solid"/>
          </a:ln>
        </p:spPr>
        <p:txBody>
          <a:bodyPr wrap="square" lIns="91440" tIns="45720" rIns="91440" bIns="45720" anchor="t">
            <a:normAutofit/>
          </a:bodyPr>
          <a:lstStyle>
            <a:lvl1pPr marL="698500" indent="-355600" algn="l" defTabSz="457200">
              <a:lnSpc>
                <a:spcPct val="100000"/>
              </a:lnSpc>
              <a:defRPr sz="2800" b="0" i="0" u="none" strike="noStrike" spc="0">
                <a:solidFill>
                  <a:srgbClr val="000000">
                    <a:alpha val="100000"/>
                  </a:srgbClr>
                </a:solidFill>
                <a:latin typeface="Calibri"/>
              </a:defRPr>
            </a:lvl1pPr>
            <a:lvl2pPr marL="1047750" indent="-304800"/>
            <a:lvl3pPr marL="1397000" indent="-254000"/>
            <a:lvl4pPr marL="1828800" indent="-228600"/>
            <a:lvl5pPr marL="2286000" indent="-228600"/>
            <a:lvl6pPr marL="2743200" indent="-228600"/>
            <a:lvl7pPr marL="3200400" indent="-228600"/>
            <a:lvl8pPr marL="3657600" indent="-228600"/>
            <a:lvl9pPr marL="4114800" indent="-228600"/>
          </a:lstStyle>
          <a:p>
            <a:pPr marL="342900" indent="-342900" algn="l" defTabSz="457200">
              <a:lnSpc>
                <a:spcPct val="100000"/>
              </a:lnSpc>
              <a:spcBef>
                <a:spcPct val="20000"/>
              </a:spcBef>
              <a:buClr>
                <a:srgbClr val="000000"/>
              </a:buClr>
              <a:buFont typeface="Arial"/>
              <a:buChar char="•"/>
            </a:pPr>
            <a:r>
              <a:rPr lang="en-US" sz="28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4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20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18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1800" b="0" i="0" u="none" strike="noStrike">
                <a:solidFill>
                  <a:srgbClr val="000000"/>
                </a:solidFill>
                <a:latin typeface="Calibri"/>
                <a:ea typeface="Calibri"/>
                <a:cs typeface="Calibri"/>
                <a:sym typeface="Calibri"/>
              </a:rPr>
              <a:t>Fifth level</a:t>
            </a:r>
          </a:p>
        </p:txBody>
      </p:sp>
      <p:sp>
        <p:nvSpPr>
          <p:cNvPr id="4" name="AutoShape 4"/>
          <p:cNvSpPr>
            <a:spLocks noGrp="1"/>
          </p:cNvSpPr>
          <p:nvPr>
            <p:ph type="body" sz="quarter" idx="23" hasCustomPrompt="1"/>
          </p:nvPr>
        </p:nvSpPr>
        <p:spPr>
          <a:xfrm>
            <a:off x="4648200" y="1600200"/>
            <a:ext cx="4038600" cy="4525963"/>
          </a:xfrm>
          <a:prstGeom prst="rect">
            <a:avLst/>
          </a:prstGeom>
          <a:noFill/>
          <a:ln w="12700">
            <a:noFill/>
            <a:prstDash val="solid"/>
          </a:ln>
        </p:spPr>
        <p:txBody>
          <a:bodyPr wrap="square" lIns="91440" tIns="45720" rIns="91440" bIns="45720" anchor="t">
            <a:noAutofit/>
          </a:bodyPr>
          <a:lstStyle>
            <a:lvl1pPr marL="698500" indent="-355600" algn="l" defTabSz="457200">
              <a:lnSpc>
                <a:spcPct val="100000"/>
              </a:lnSpc>
              <a:defRPr sz="2800" b="0" i="0" u="none" strike="noStrike" spc="0">
                <a:solidFill>
                  <a:srgbClr val="000000">
                    <a:alpha val="100000"/>
                  </a:srgbClr>
                </a:solidFill>
                <a:latin typeface="Calibri"/>
              </a:defRPr>
            </a:lvl1pPr>
            <a:lvl2pPr marL="1047750" indent="-304800"/>
            <a:lvl3pPr marL="1397000" indent="-254000"/>
            <a:lvl4pPr marL="1828800" indent="-228600"/>
            <a:lvl5pPr marL="2286000" indent="-228600"/>
            <a:lvl6pPr marL="2743200" indent="-228600"/>
            <a:lvl7pPr marL="3200400" indent="-228600"/>
            <a:lvl8pPr marL="3657600" indent="-228600"/>
            <a:lvl9pPr marL="4114800" indent="-228600"/>
          </a:lstStyle>
          <a:p>
            <a:pPr marL="342900" indent="-342900" algn="l" defTabSz="457200">
              <a:lnSpc>
                <a:spcPct val="100000"/>
              </a:lnSpc>
              <a:spcBef>
                <a:spcPct val="20000"/>
              </a:spcBef>
              <a:buClr>
                <a:srgbClr val="000000"/>
              </a:buClr>
              <a:buFont typeface="Arial"/>
              <a:buChar char="•"/>
            </a:pPr>
            <a:r>
              <a:rPr lang="en-US" sz="28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4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20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18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1800" b="0" i="0" u="none" strike="noStrike">
                <a:solidFill>
                  <a:srgbClr val="000000"/>
                </a:solidFill>
                <a:latin typeface="Calibri"/>
                <a:ea typeface="Calibri"/>
                <a:cs typeface="Calibri"/>
                <a:sym typeface="Calibri"/>
              </a:rPr>
              <a:t>Fifth level</a:t>
            </a:r>
          </a:p>
        </p:txBody>
      </p:sp>
      <p:sp>
        <p:nvSpPr>
          <p:cNvPr id="5" name="AutoShape 5"/>
          <p:cNvSpPr>
            <a:spLocks noGrp="1"/>
          </p:cNvSpPr>
          <p:nvPr>
            <p:ph type="body" sz="quarter" idx="24"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6" name="AutoShape 6"/>
          <p:cNvSpPr>
            <a:spLocks noGrp="1"/>
          </p:cNvSpPr>
          <p:nvPr>
            <p:ph type="body" sz="quarter" idx="25"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7" name="AutoShape 7"/>
          <p:cNvSpPr>
            <a:spLocks noGrp="1"/>
          </p:cNvSpPr>
          <p:nvPr>
            <p:ph type="body" sz="quarter" idx="26"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77C39792-FC7E-42A3-8FE7-11C5F66E6881}"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Comparison">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457200">
              <a:lnSpc>
                <a:spcPct val="100000"/>
              </a:lnSpc>
              <a:defRPr sz="4400" b="0" i="0" u="none" strike="noStrike" spc="0">
                <a:solidFill>
                  <a:srgbClr val="000000">
                    <a:alpha val="100000"/>
                  </a:srgbClr>
                </a:solidFill>
                <a:latin typeface="Calibri"/>
              </a:defRPr>
            </a:lvl1pPr>
          </a:lstStyle>
          <a:p>
            <a:pPr marL="0" indent="0" algn="ctr" defTabSz="457200">
              <a:lnSpc>
                <a:spcPct val="100000"/>
              </a:lnSpc>
            </a:pPr>
            <a:r>
              <a:rPr lang="en-US" sz="4400" b="0"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28" hasCustomPrompt="1"/>
          </p:nvPr>
        </p:nvSpPr>
        <p:spPr>
          <a:xfrm>
            <a:off x="457200" y="1535113"/>
            <a:ext cx="4040188" cy="639762"/>
          </a:xfrm>
          <a:prstGeom prst="rect">
            <a:avLst/>
          </a:prstGeom>
          <a:noFill/>
          <a:ln w="12700">
            <a:noFill/>
            <a:prstDash val="solid"/>
          </a:ln>
        </p:spPr>
        <p:txBody>
          <a:bodyPr wrap="square" lIns="91440" tIns="45720" rIns="91440" bIns="45720" anchor="b">
            <a:normAutofit/>
          </a:bodyPr>
          <a:lstStyle>
            <a:lvl1pPr algn="l" defTabSz="457200">
              <a:lnSpc>
                <a:spcPct val="100000"/>
              </a:lnSpc>
              <a:defRPr sz="2400" b="1" i="0" u="none" strike="noStrike" spc="0">
                <a:solidFill>
                  <a:srgbClr val="000000">
                    <a:alpha val="100000"/>
                  </a:srgbClr>
                </a:solidFill>
                <a:latin typeface="Calibri"/>
              </a:defRPr>
            </a:lvl1pPr>
          </a:lstStyle>
          <a:p>
            <a:pPr marL="0" indent="0" algn="l" defTabSz="457200">
              <a:lnSpc>
                <a:spcPct val="100000"/>
              </a:lnSpc>
              <a:spcBef>
                <a:spcPct val="20000"/>
              </a:spcBef>
            </a:pPr>
            <a:r>
              <a:rPr lang="en-US" sz="2400" b="1" i="0" u="none" strike="noStrike">
                <a:solidFill>
                  <a:srgbClr val="000000"/>
                </a:solidFill>
                <a:latin typeface="Calibri"/>
                <a:ea typeface="Calibri"/>
                <a:cs typeface="Calibri"/>
                <a:sym typeface="Calibri"/>
              </a:rPr>
              <a:t>Click to edit Master text styles</a:t>
            </a:r>
          </a:p>
        </p:txBody>
      </p:sp>
      <p:sp>
        <p:nvSpPr>
          <p:cNvPr id="4" name="AutoShape 4"/>
          <p:cNvSpPr>
            <a:spLocks noGrp="1"/>
          </p:cNvSpPr>
          <p:nvPr>
            <p:ph type="body" sz="quarter" idx="29" hasCustomPrompt="1"/>
          </p:nvPr>
        </p:nvSpPr>
        <p:spPr>
          <a:xfrm>
            <a:off x="457200" y="2174875"/>
            <a:ext cx="4040188" cy="3951288"/>
          </a:xfrm>
          <a:prstGeom prst="rect">
            <a:avLst/>
          </a:prstGeom>
          <a:noFill/>
          <a:ln w="12700">
            <a:noFill/>
            <a:prstDash val="solid"/>
          </a:ln>
        </p:spPr>
        <p:txBody>
          <a:bodyPr wrap="square" lIns="91440" tIns="45720" rIns="91440" bIns="45720" anchor="t">
            <a:noAutofit/>
          </a:bodyPr>
          <a:lstStyle>
            <a:lvl1pPr marL="647700" indent="-304800" algn="l" defTabSz="457200">
              <a:lnSpc>
                <a:spcPct val="100000"/>
              </a:lnSpc>
              <a:defRPr sz="2400" b="0" i="0" u="none" strike="noStrike" spc="0">
                <a:solidFill>
                  <a:srgbClr val="000000">
                    <a:alpha val="100000"/>
                  </a:srgbClr>
                </a:solidFill>
                <a:latin typeface="Calibri"/>
              </a:defRPr>
            </a:lvl1pPr>
            <a:lvl2pPr marL="996950" indent="-254000"/>
            <a:lvl3pPr marL="1371600" indent="-228600"/>
            <a:lvl4pPr marL="1803400" indent="-203200"/>
            <a:lvl5pPr marL="2260600" indent="-203200"/>
            <a:lvl6pPr marL="2717800" indent="-203200"/>
            <a:lvl7pPr marL="3175000" indent="-203200"/>
            <a:lvl8pPr marL="3632200" indent="-203200"/>
            <a:lvl9pPr marL="4089400" indent="-203200"/>
          </a:lstStyle>
          <a:p>
            <a:pPr marL="342900" indent="-342900" algn="l" defTabSz="457200">
              <a:lnSpc>
                <a:spcPct val="100000"/>
              </a:lnSpc>
              <a:spcBef>
                <a:spcPct val="20000"/>
              </a:spcBef>
              <a:buClr>
                <a:srgbClr val="000000"/>
              </a:buClr>
              <a:buFont typeface="Arial"/>
              <a:buChar char="•"/>
            </a:pPr>
            <a:r>
              <a:rPr lang="en-US" sz="24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18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16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1600" b="0" i="0" u="none" strike="noStrike">
                <a:solidFill>
                  <a:srgbClr val="000000"/>
                </a:solidFill>
                <a:latin typeface="Calibri"/>
                <a:ea typeface="Calibri"/>
                <a:cs typeface="Calibri"/>
                <a:sym typeface="Calibri"/>
              </a:rPr>
              <a:t>Fifth level</a:t>
            </a:r>
          </a:p>
        </p:txBody>
      </p:sp>
      <p:sp>
        <p:nvSpPr>
          <p:cNvPr id="5" name="AutoShape 5"/>
          <p:cNvSpPr>
            <a:spLocks noGrp="1"/>
          </p:cNvSpPr>
          <p:nvPr>
            <p:ph type="body" sz="quarter" idx="30" hasCustomPrompt="1"/>
          </p:nvPr>
        </p:nvSpPr>
        <p:spPr>
          <a:xfrm>
            <a:off x="4645025" y="1535113"/>
            <a:ext cx="4041775" cy="639762"/>
          </a:xfrm>
          <a:prstGeom prst="rect">
            <a:avLst/>
          </a:prstGeom>
          <a:noFill/>
          <a:ln w="12700">
            <a:noFill/>
            <a:prstDash val="solid"/>
          </a:ln>
        </p:spPr>
        <p:txBody>
          <a:bodyPr wrap="square" lIns="91440" tIns="45720" rIns="91440" bIns="45720" anchor="b">
            <a:noAutofit/>
          </a:bodyPr>
          <a:lstStyle>
            <a:lvl1pPr algn="l" defTabSz="457200">
              <a:lnSpc>
                <a:spcPct val="100000"/>
              </a:lnSpc>
              <a:defRPr sz="2400" b="1" i="0" u="none" strike="noStrike" spc="0">
                <a:solidFill>
                  <a:srgbClr val="000000">
                    <a:alpha val="100000"/>
                  </a:srgbClr>
                </a:solidFill>
                <a:latin typeface="Calibri"/>
              </a:defRPr>
            </a:lvl1pPr>
          </a:lstStyle>
          <a:p>
            <a:pPr marL="0" indent="0" algn="l" defTabSz="457200">
              <a:lnSpc>
                <a:spcPct val="100000"/>
              </a:lnSpc>
              <a:spcBef>
                <a:spcPct val="20000"/>
              </a:spcBef>
            </a:pPr>
            <a:r>
              <a:rPr lang="en-US" sz="2400" b="1" i="0" u="none" strike="noStrike">
                <a:solidFill>
                  <a:srgbClr val="000000"/>
                </a:solidFill>
                <a:latin typeface="Calibri"/>
                <a:ea typeface="Calibri"/>
                <a:cs typeface="Calibri"/>
                <a:sym typeface="Calibri"/>
              </a:rPr>
              <a:t>Click to edit Master text styles</a:t>
            </a:r>
          </a:p>
        </p:txBody>
      </p:sp>
      <p:sp>
        <p:nvSpPr>
          <p:cNvPr id="6" name="AutoShape 6"/>
          <p:cNvSpPr>
            <a:spLocks noGrp="1"/>
          </p:cNvSpPr>
          <p:nvPr>
            <p:ph type="body" sz="quarter" idx="31" hasCustomPrompt="1"/>
          </p:nvPr>
        </p:nvSpPr>
        <p:spPr>
          <a:xfrm>
            <a:off x="4645025" y="2174875"/>
            <a:ext cx="4041775" cy="3951288"/>
          </a:xfrm>
          <a:prstGeom prst="rect">
            <a:avLst/>
          </a:prstGeom>
          <a:noFill/>
          <a:ln w="12700">
            <a:noFill/>
            <a:prstDash val="solid"/>
          </a:ln>
        </p:spPr>
        <p:txBody>
          <a:bodyPr wrap="square" lIns="91440" tIns="45720" rIns="91440" bIns="45720" anchor="t">
            <a:noAutofit/>
          </a:bodyPr>
          <a:lstStyle>
            <a:lvl1pPr marL="647700" indent="-304800" algn="l" defTabSz="457200">
              <a:lnSpc>
                <a:spcPct val="100000"/>
              </a:lnSpc>
              <a:defRPr sz="2400" b="0" i="0" u="none" strike="noStrike" spc="0">
                <a:solidFill>
                  <a:srgbClr val="000000">
                    <a:alpha val="100000"/>
                  </a:srgbClr>
                </a:solidFill>
                <a:latin typeface="Calibri"/>
              </a:defRPr>
            </a:lvl1pPr>
            <a:lvl2pPr marL="996950" indent="-254000"/>
            <a:lvl3pPr marL="1371600" indent="-228600"/>
            <a:lvl4pPr marL="1803400" indent="-203200"/>
            <a:lvl5pPr marL="2260600" indent="-203200"/>
            <a:lvl6pPr marL="2717800" indent="-203200"/>
            <a:lvl7pPr marL="3175000" indent="-203200"/>
            <a:lvl8pPr marL="3632200" indent="-203200"/>
            <a:lvl9pPr marL="4089400" indent="-203200"/>
          </a:lstStyle>
          <a:p>
            <a:pPr marL="342900" indent="-342900" algn="l" defTabSz="457200">
              <a:lnSpc>
                <a:spcPct val="100000"/>
              </a:lnSpc>
              <a:spcBef>
                <a:spcPct val="20000"/>
              </a:spcBef>
              <a:buClr>
                <a:srgbClr val="000000"/>
              </a:buClr>
              <a:buFont typeface="Arial"/>
              <a:buChar char="•"/>
            </a:pPr>
            <a:r>
              <a:rPr lang="en-US" sz="24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18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16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1600" b="0" i="0" u="none" strike="noStrike">
                <a:solidFill>
                  <a:srgbClr val="000000"/>
                </a:solidFill>
                <a:latin typeface="Calibri"/>
                <a:ea typeface="Calibri"/>
                <a:cs typeface="Calibri"/>
                <a:sym typeface="Calibri"/>
              </a:rPr>
              <a:t>Fifth level</a:t>
            </a:r>
          </a:p>
        </p:txBody>
      </p:sp>
      <p:sp>
        <p:nvSpPr>
          <p:cNvPr id="7" name="AutoShape 7"/>
          <p:cNvSpPr>
            <a:spLocks noGrp="1"/>
          </p:cNvSpPr>
          <p:nvPr>
            <p:ph type="body" sz="quarter" idx="32"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8" name="AutoShape 8"/>
          <p:cNvSpPr>
            <a:spLocks noGrp="1"/>
          </p:cNvSpPr>
          <p:nvPr>
            <p:ph type="body" sz="quarter" idx="33"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9" name="AutoShape 9"/>
          <p:cNvSpPr>
            <a:spLocks noGrp="1"/>
          </p:cNvSpPr>
          <p:nvPr>
            <p:ph type="body" sz="quarter" idx="34"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2F4BAE95-67FD-4AC9-8049-018A6B5EBADF}"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457200">
              <a:lnSpc>
                <a:spcPct val="100000"/>
              </a:lnSpc>
              <a:defRPr sz="4400" b="0" i="0" u="none" strike="noStrike" spc="0">
                <a:solidFill>
                  <a:srgbClr val="000000">
                    <a:alpha val="100000"/>
                  </a:srgbClr>
                </a:solidFill>
                <a:latin typeface="Calibri"/>
              </a:defRPr>
            </a:lvl1pPr>
          </a:lstStyle>
          <a:p>
            <a:pPr marL="0" indent="0" algn="ctr" defTabSz="457200">
              <a:lnSpc>
                <a:spcPct val="100000"/>
              </a:lnSpc>
            </a:pPr>
            <a:r>
              <a:rPr lang="en-US" sz="4400" b="0"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36"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4" name="AutoShape 4"/>
          <p:cNvSpPr>
            <a:spLocks noGrp="1"/>
          </p:cNvSpPr>
          <p:nvPr>
            <p:ph type="body" sz="quarter" idx="37"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5" name="AutoShape 5"/>
          <p:cNvSpPr>
            <a:spLocks noGrp="1"/>
          </p:cNvSpPr>
          <p:nvPr>
            <p:ph type="body" sz="quarter" idx="38"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B6C48E9D-AC74-4BEF-9A86-9DF24D571564}"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3" name="AutoShape 3"/>
          <p:cNvSpPr>
            <a:spLocks noGrp="1"/>
          </p:cNvSpPr>
          <p:nvPr>
            <p:ph type="body" sz="quarter" idx="40"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4" name="AutoShape 4"/>
          <p:cNvSpPr>
            <a:spLocks noGrp="1"/>
          </p:cNvSpPr>
          <p:nvPr>
            <p:ph type="body" sz="quarter" idx="41"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E515C513-B1CC-4241-8B38-1D38622D8532}"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ontent with Caption">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457200" y="273050"/>
            <a:ext cx="3008313" cy="1162050"/>
          </a:xfrm>
          <a:prstGeom prst="rect">
            <a:avLst/>
          </a:prstGeom>
          <a:noFill/>
          <a:ln w="12700">
            <a:noFill/>
            <a:prstDash val="solid"/>
          </a:ln>
        </p:spPr>
        <p:txBody>
          <a:bodyPr wrap="square" lIns="91440" tIns="45720" rIns="91440" bIns="45720" anchor="b">
            <a:normAutofit/>
          </a:bodyPr>
          <a:lstStyle>
            <a:lvl1pPr algn="l" defTabSz="457200">
              <a:lnSpc>
                <a:spcPct val="100000"/>
              </a:lnSpc>
              <a:defRPr sz="2000" b="1" i="0" u="none" strike="noStrike" spc="0">
                <a:solidFill>
                  <a:srgbClr val="000000">
                    <a:alpha val="100000"/>
                  </a:srgbClr>
                </a:solidFill>
                <a:latin typeface="Calibri"/>
              </a:defRPr>
            </a:lvl1pPr>
          </a:lstStyle>
          <a:p>
            <a:pPr marL="0" indent="0" algn="l" defTabSz="457200">
              <a:lnSpc>
                <a:spcPct val="100000"/>
              </a:lnSpc>
            </a:pPr>
            <a:r>
              <a:rPr lang="en-US" sz="2000" b="1"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43" hasCustomPrompt="1"/>
          </p:nvPr>
        </p:nvSpPr>
        <p:spPr>
          <a:xfrm>
            <a:off x="3575050" y="273050"/>
            <a:ext cx="5111750" cy="5853113"/>
          </a:xfrm>
          <a:prstGeom prst="rect">
            <a:avLst/>
          </a:prstGeom>
          <a:noFill/>
          <a:ln w="12700">
            <a:noFill/>
            <a:prstDash val="solid"/>
          </a:ln>
        </p:spPr>
        <p:txBody>
          <a:bodyPr wrap="square" lIns="91440" tIns="45720" rIns="91440" bIns="45720" anchor="t">
            <a:normAutofit/>
          </a:bodyPr>
          <a:lstStyle>
            <a:lvl1pPr marL="749300" indent="-406400" algn="l" defTabSz="457200">
              <a:lnSpc>
                <a:spcPct val="100000"/>
              </a:lnSpc>
              <a:defRPr sz="3200" b="0" i="0" u="none" strike="noStrike" spc="0">
                <a:solidFill>
                  <a:srgbClr val="000000">
                    <a:alpha val="100000"/>
                  </a:srgbClr>
                </a:solidFill>
                <a:latin typeface="Calibri"/>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457200">
              <a:lnSpc>
                <a:spcPct val="100000"/>
              </a:lnSpc>
              <a:spcBef>
                <a:spcPct val="20000"/>
              </a:spcBef>
              <a:buClr>
                <a:srgbClr val="000000"/>
              </a:buClr>
              <a:buFont typeface="Arial"/>
              <a:buChar char="•"/>
            </a:pPr>
            <a:r>
              <a:rPr lang="en-US" sz="32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8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24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Fifth level</a:t>
            </a:r>
          </a:p>
        </p:txBody>
      </p:sp>
      <p:sp>
        <p:nvSpPr>
          <p:cNvPr id="4" name="AutoShape 4"/>
          <p:cNvSpPr>
            <a:spLocks noGrp="1"/>
          </p:cNvSpPr>
          <p:nvPr>
            <p:ph type="body" sz="quarter" idx="44" hasCustomPrompt="1"/>
          </p:nvPr>
        </p:nvSpPr>
        <p:spPr>
          <a:xfrm>
            <a:off x="457200" y="1435100"/>
            <a:ext cx="3008313" cy="4691063"/>
          </a:xfrm>
          <a:prstGeom prst="rect">
            <a:avLst/>
          </a:prstGeom>
          <a:noFill/>
          <a:ln w="12700">
            <a:noFill/>
            <a:prstDash val="solid"/>
          </a:ln>
        </p:spPr>
        <p:txBody>
          <a:bodyPr wrap="square" lIns="91440" tIns="45720" rIns="91440" bIns="45720" anchor="t">
            <a:noAutofit/>
          </a:bodyPr>
          <a:lstStyle>
            <a:lvl1pPr algn="l" defTabSz="457200">
              <a:lnSpc>
                <a:spcPct val="100000"/>
              </a:lnSpc>
              <a:defRPr sz="1400" b="0" i="0" u="none" strike="noStrike" spc="0">
                <a:solidFill>
                  <a:srgbClr val="000000">
                    <a:alpha val="100000"/>
                  </a:srgbClr>
                </a:solidFill>
                <a:latin typeface="Calibri"/>
              </a:defRPr>
            </a:lvl1pPr>
          </a:lstStyle>
          <a:p>
            <a:pPr marL="0" indent="0" algn="l" defTabSz="457200">
              <a:lnSpc>
                <a:spcPct val="100000"/>
              </a:lnSpc>
              <a:spcBef>
                <a:spcPct val="20000"/>
              </a:spcBef>
            </a:pPr>
            <a:r>
              <a:rPr lang="en-US" sz="1400" b="0" i="0" u="none" strike="noStrike">
                <a:solidFill>
                  <a:srgbClr val="000000"/>
                </a:solidFill>
                <a:latin typeface="Calibri"/>
                <a:ea typeface="Calibri"/>
                <a:cs typeface="Calibri"/>
                <a:sym typeface="Calibri"/>
              </a:rPr>
              <a:t>Click to edit Master text styles</a:t>
            </a:r>
          </a:p>
        </p:txBody>
      </p:sp>
      <p:sp>
        <p:nvSpPr>
          <p:cNvPr id="5" name="AutoShape 5"/>
          <p:cNvSpPr>
            <a:spLocks noGrp="1"/>
          </p:cNvSpPr>
          <p:nvPr>
            <p:ph type="body" sz="quarter" idx="45"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6" name="AutoShape 6"/>
          <p:cNvSpPr>
            <a:spLocks noGrp="1"/>
          </p:cNvSpPr>
          <p:nvPr>
            <p:ph type="body" sz="quarter" idx="46"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7" name="AutoShape 7"/>
          <p:cNvSpPr>
            <a:spLocks noGrp="1"/>
          </p:cNvSpPr>
          <p:nvPr>
            <p:ph type="body" sz="quarter" idx="47"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A1BECDD3-2B41-4A12-A351-C2861C4B67DB}"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 with Caption">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1792288" y="4800600"/>
            <a:ext cx="5486400" cy="566738"/>
          </a:xfrm>
          <a:prstGeom prst="rect">
            <a:avLst/>
          </a:prstGeom>
          <a:noFill/>
          <a:ln w="12700">
            <a:noFill/>
            <a:prstDash val="solid"/>
          </a:ln>
        </p:spPr>
        <p:txBody>
          <a:bodyPr wrap="square" lIns="91440" tIns="45720" rIns="91440" bIns="45720" anchor="b">
            <a:normAutofit/>
          </a:bodyPr>
          <a:lstStyle>
            <a:lvl1pPr algn="l" defTabSz="457200">
              <a:lnSpc>
                <a:spcPct val="100000"/>
              </a:lnSpc>
              <a:defRPr sz="2000" b="1" i="0" u="none" strike="noStrike" spc="0">
                <a:solidFill>
                  <a:srgbClr val="000000">
                    <a:alpha val="100000"/>
                  </a:srgbClr>
                </a:solidFill>
                <a:latin typeface="Calibri"/>
              </a:defRPr>
            </a:lvl1pPr>
          </a:lstStyle>
          <a:p>
            <a:pPr marL="0" indent="0" algn="l" defTabSz="457200">
              <a:lnSpc>
                <a:spcPct val="100000"/>
              </a:lnSpc>
            </a:pPr>
            <a:r>
              <a:rPr lang="en-US" sz="2000" b="1"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pic" sz="quarter" idx="49"/>
          </p:nvPr>
        </p:nvSpPr>
        <p:spPr>
          <a:xfrm>
            <a:off x="1792288" y="612775"/>
            <a:ext cx="5486400" cy="41148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1792288" y="5367338"/>
            <a:ext cx="5486400" cy="804862"/>
          </a:xfrm>
          <a:prstGeom prst="rect">
            <a:avLst/>
          </a:prstGeom>
          <a:noFill/>
          <a:ln w="12700">
            <a:noFill/>
            <a:prstDash val="solid"/>
          </a:ln>
        </p:spPr>
        <p:txBody>
          <a:bodyPr wrap="square" lIns="91440" tIns="45720" rIns="91440" bIns="45720" anchor="t">
            <a:noAutofit/>
          </a:bodyPr>
          <a:lstStyle>
            <a:lvl1pPr algn="l" defTabSz="457200">
              <a:lnSpc>
                <a:spcPct val="100000"/>
              </a:lnSpc>
              <a:defRPr sz="1400" b="0" i="0" u="none" strike="noStrike" spc="0">
                <a:solidFill>
                  <a:srgbClr val="000000">
                    <a:alpha val="100000"/>
                  </a:srgbClr>
                </a:solidFill>
                <a:latin typeface="Calibri"/>
              </a:defRPr>
            </a:lvl1pPr>
          </a:lstStyle>
          <a:p>
            <a:pPr marL="0" indent="0" algn="l" defTabSz="457200">
              <a:lnSpc>
                <a:spcPct val="100000"/>
              </a:lnSpc>
              <a:spcBef>
                <a:spcPct val="20000"/>
              </a:spcBef>
            </a:pPr>
            <a:r>
              <a:rPr lang="en-US" sz="1400" b="0" i="0" u="none" strike="noStrike">
                <a:solidFill>
                  <a:srgbClr val="000000"/>
                </a:solidFill>
                <a:latin typeface="Calibri"/>
                <a:ea typeface="Calibri"/>
                <a:cs typeface="Calibri"/>
                <a:sym typeface="Calibri"/>
              </a:rPr>
              <a:t>Click to edit Master text styles</a:t>
            </a:r>
          </a:p>
        </p:txBody>
      </p:sp>
      <p:sp>
        <p:nvSpPr>
          <p:cNvPr id="5" name="AutoShape 5"/>
          <p:cNvSpPr>
            <a:spLocks noGrp="1"/>
          </p:cNvSpPr>
          <p:nvPr>
            <p:ph type="body" sz="quarter" idx="51"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6" name="AutoShape 6"/>
          <p:cNvSpPr>
            <a:spLocks noGrp="1"/>
          </p:cNvSpPr>
          <p:nvPr>
            <p:ph type="body" sz="quarter" idx="52"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7" name="AutoShape 7"/>
          <p:cNvSpPr>
            <a:spLocks noGrp="1"/>
          </p:cNvSpPr>
          <p:nvPr>
            <p:ph type="body" sz="quarter" idx="53"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7C2AAEE8-EDFB-4964-B384-F0C244106425}"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and Vertical Text">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457200">
              <a:lnSpc>
                <a:spcPct val="100000"/>
              </a:lnSpc>
              <a:defRPr sz="4400" b="0" i="0" u="none" strike="noStrike" spc="0">
                <a:solidFill>
                  <a:srgbClr val="000000">
                    <a:alpha val="100000"/>
                  </a:srgbClr>
                </a:solidFill>
                <a:latin typeface="Calibri"/>
              </a:defRPr>
            </a:lvl1pPr>
          </a:lstStyle>
          <a:p>
            <a:pPr marL="0" indent="0" algn="ctr" defTabSz="457200">
              <a:lnSpc>
                <a:spcPct val="100000"/>
              </a:lnSpc>
            </a:pPr>
            <a:r>
              <a:rPr lang="en-US" sz="4400" b="0"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55" hasCustomPrompt="1"/>
          </p:nvPr>
        </p:nvSpPr>
        <p:spPr>
          <a:xfrm>
            <a:off x="457200" y="1600200"/>
            <a:ext cx="8229600" cy="4525963"/>
          </a:xfrm>
          <a:prstGeom prst="rect">
            <a:avLst/>
          </a:prstGeom>
          <a:noFill/>
          <a:ln w="12700">
            <a:noFill/>
            <a:prstDash val="solid"/>
          </a:ln>
        </p:spPr>
        <p:txBody>
          <a:bodyPr vert="eaVert" wrap="square" lIns="91440" tIns="45720" rIns="91440" bIns="45720" anchor="t">
            <a:normAutofit/>
          </a:bodyPr>
          <a:lstStyle>
            <a:lvl1pPr marL="749300" indent="-406400" algn="l" defTabSz="457200">
              <a:lnSpc>
                <a:spcPct val="100000"/>
              </a:lnSpc>
              <a:defRPr sz="3200" b="0" i="0" u="none" strike="noStrike" spc="0">
                <a:solidFill>
                  <a:srgbClr val="000000">
                    <a:alpha val="100000"/>
                  </a:srgbClr>
                </a:solidFill>
                <a:latin typeface="Calibri"/>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457200">
              <a:lnSpc>
                <a:spcPct val="100000"/>
              </a:lnSpc>
              <a:spcBef>
                <a:spcPct val="20000"/>
              </a:spcBef>
              <a:buClr>
                <a:srgbClr val="000000"/>
              </a:buClr>
              <a:buFont typeface="Arial"/>
              <a:buChar char="•"/>
            </a:pPr>
            <a:r>
              <a:rPr lang="en-US" sz="32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8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24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Fifth level</a:t>
            </a:r>
          </a:p>
        </p:txBody>
      </p:sp>
      <p:sp>
        <p:nvSpPr>
          <p:cNvPr id="4" name="AutoShape 4"/>
          <p:cNvSpPr>
            <a:spLocks noGrp="1"/>
          </p:cNvSpPr>
          <p:nvPr>
            <p:ph type="body" sz="quarter" idx="56"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5" name="AutoShape 5"/>
          <p:cNvSpPr>
            <a:spLocks noGrp="1"/>
          </p:cNvSpPr>
          <p:nvPr>
            <p:ph type="body" sz="quarter" idx="57"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6" name="AutoShape 6"/>
          <p:cNvSpPr>
            <a:spLocks noGrp="1"/>
          </p:cNvSpPr>
          <p:nvPr>
            <p:ph type="body" sz="quarter" idx="58"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6CA54F60-027E-4D22-9AF0-1911AAE85C6C}"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 Title and Text">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a:off x="6629400" y="274638"/>
            <a:ext cx="2057400" cy="5851525"/>
          </a:xfrm>
          <a:prstGeom prst="rect">
            <a:avLst/>
          </a:prstGeom>
          <a:noFill/>
          <a:ln w="12700">
            <a:noFill/>
            <a:prstDash val="solid"/>
          </a:ln>
        </p:spPr>
        <p:txBody>
          <a:bodyPr vert="eaVert" wrap="square" lIns="91440" tIns="45720" rIns="91440" bIns="45720" anchor="ctr">
            <a:normAutofit/>
          </a:bodyPr>
          <a:lstStyle>
            <a:lvl1pPr algn="ctr" defTabSz="457200">
              <a:lnSpc>
                <a:spcPct val="100000"/>
              </a:lnSpc>
              <a:defRPr sz="4400" b="0" i="0" u="none" strike="noStrike" spc="0">
                <a:solidFill>
                  <a:srgbClr val="000000">
                    <a:alpha val="100000"/>
                  </a:srgbClr>
                </a:solidFill>
                <a:latin typeface="Calibri"/>
              </a:defRPr>
            </a:lvl1pPr>
          </a:lstStyle>
          <a:p>
            <a:pPr marL="0" indent="0" algn="ctr" defTabSz="457200">
              <a:lnSpc>
                <a:spcPct val="100000"/>
              </a:lnSpc>
            </a:pPr>
            <a:r>
              <a:rPr lang="en-US" sz="4400" b="0" i="0" u="none" strike="noStrike">
                <a:solidFill>
                  <a:srgbClr val="000000"/>
                </a:solidFill>
                <a:latin typeface="Calibri"/>
                <a:ea typeface="Calibri"/>
                <a:cs typeface="Calibri"/>
                <a:sym typeface="Calibri"/>
              </a:rPr>
              <a:t>Click to edit Master title style</a:t>
            </a:r>
          </a:p>
        </p:txBody>
      </p:sp>
      <p:sp>
        <p:nvSpPr>
          <p:cNvPr id="3" name="AutoShape 3"/>
          <p:cNvSpPr>
            <a:spLocks noGrp="1"/>
          </p:cNvSpPr>
          <p:nvPr>
            <p:ph type="body" sz="quarter" idx="60" hasCustomPrompt="1"/>
          </p:nvPr>
        </p:nvSpPr>
        <p:spPr>
          <a:xfrm>
            <a:off x="457200" y="274638"/>
            <a:ext cx="6019800" cy="5851525"/>
          </a:xfrm>
          <a:prstGeom prst="rect">
            <a:avLst/>
          </a:prstGeom>
          <a:noFill/>
          <a:ln w="12700">
            <a:noFill/>
            <a:prstDash val="solid"/>
          </a:ln>
        </p:spPr>
        <p:txBody>
          <a:bodyPr vert="eaVert" wrap="square" lIns="91440" tIns="45720" rIns="91440" bIns="45720" anchor="t">
            <a:normAutofit/>
          </a:bodyPr>
          <a:lstStyle>
            <a:lvl1pPr marL="749300" indent="-406400" algn="l" defTabSz="457200">
              <a:lnSpc>
                <a:spcPct val="100000"/>
              </a:lnSpc>
              <a:defRPr sz="3200" b="0" i="0" u="none" strike="noStrike" spc="0">
                <a:solidFill>
                  <a:srgbClr val="000000">
                    <a:alpha val="100000"/>
                  </a:srgbClr>
                </a:solidFill>
                <a:latin typeface="Calibri"/>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457200">
              <a:lnSpc>
                <a:spcPct val="100000"/>
              </a:lnSpc>
              <a:spcBef>
                <a:spcPct val="20000"/>
              </a:spcBef>
              <a:buClr>
                <a:srgbClr val="000000"/>
              </a:buClr>
              <a:buFont typeface="Arial"/>
              <a:buChar char="•"/>
            </a:pPr>
            <a:r>
              <a:rPr lang="en-US" sz="32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8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24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Fifth level</a:t>
            </a:r>
          </a:p>
        </p:txBody>
      </p:sp>
      <p:sp>
        <p:nvSpPr>
          <p:cNvPr id="4" name="AutoShape 4"/>
          <p:cNvSpPr>
            <a:spLocks noGrp="1"/>
          </p:cNvSpPr>
          <p:nvPr>
            <p:ph type="body" sz="quarter" idx="61"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5" name="AutoShape 5"/>
          <p:cNvSpPr>
            <a:spLocks noGrp="1"/>
          </p:cNvSpPr>
          <p:nvPr>
            <p:ph type="body" sz="quarter" idx="62"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6" name="AutoShape 6"/>
          <p:cNvSpPr>
            <a:spLocks noGrp="1"/>
          </p:cNvSpPr>
          <p:nvPr>
            <p:ph type="body" sz="quarter" idx="63"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E80D8435-1A7C-4060-A107-5302BBC8D381}"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自定义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Office Theme">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457200" y="274638"/>
            <a:ext cx="8229600" cy="1143000"/>
          </a:xfrm>
          <a:prstGeom prst="rect">
            <a:avLst/>
          </a:prstGeom>
          <a:noFill/>
          <a:ln w="12700">
            <a:noFill/>
            <a:prstDash val="solid"/>
          </a:ln>
        </p:spPr>
        <p:txBody>
          <a:bodyPr vert="horz" wrap="square" lIns="91440" tIns="45720" rIns="91440" bIns="45720" anchor="ctr">
            <a:normAutofit/>
          </a:bodyPr>
          <a:lstStyle>
            <a:lvl1pPr algn="ctr" defTabSz="457200">
              <a:lnSpc>
                <a:spcPct val="100000"/>
              </a:lnSpc>
              <a:defRPr sz="4400" b="1" i="0" u="none" strike="noStrike" spc="0">
                <a:solidFill>
                  <a:srgbClr val="000000">
                    <a:alpha val="100000"/>
                  </a:srgbClr>
                </a:solidFill>
                <a:latin typeface="Calibri"/>
              </a:defRPr>
            </a:lvl1pPr>
          </a:lstStyle>
          <a:p>
            <a:pPr marL="0" indent="0" algn="ctr" defTabSz="457200">
              <a:lnSpc>
                <a:spcPct val="100000"/>
              </a:lnSpc>
            </a:pPr>
            <a:r>
              <a:rPr lang="en-US" sz="4400" b="1" i="0" u="none" strike="noStrike">
                <a:solidFill>
                  <a:srgbClr val="000000"/>
                </a:solidFill>
                <a:latin typeface="Calibri"/>
                <a:ea typeface="Calibri"/>
                <a:cs typeface="Calibri"/>
                <a:sym typeface="Calibri"/>
              </a:rPr>
              <a:t>Click to edit Master title style</a:t>
            </a:r>
          </a:p>
        </p:txBody>
      </p:sp>
      <p:sp>
        <p:nvSpPr>
          <p:cNvPr id="2" name="AutoShape 2"/>
          <p:cNvSpPr>
            <a:spLocks noGrp="1"/>
          </p:cNvSpPr>
          <p:nvPr>
            <p:ph type="body" sz="quarter" idx="2" hasCustomPrompt="1"/>
          </p:nvPr>
        </p:nvSpPr>
        <p:spPr>
          <a:xfrm>
            <a:off x="457200" y="1600200"/>
            <a:ext cx="8229600" cy="4525963"/>
          </a:xfrm>
          <a:prstGeom prst="rect">
            <a:avLst/>
          </a:prstGeom>
          <a:noFill/>
          <a:ln w="12700">
            <a:noFill/>
            <a:prstDash val="solid"/>
          </a:ln>
        </p:spPr>
        <p:txBody>
          <a:bodyPr vert="horz" wrap="square" lIns="91440" tIns="45720" rIns="91440" bIns="45720" anchor="t">
            <a:normAutofit/>
          </a:bodyPr>
          <a:lstStyle>
            <a:lvl1pPr marL="749300" indent="-406400" algn="l" defTabSz="457200">
              <a:lnSpc>
                <a:spcPct val="100000"/>
              </a:lnSpc>
              <a:defRPr sz="3200" b="0" i="0" u="none" strike="noStrike" spc="0">
                <a:solidFill>
                  <a:srgbClr val="000000">
                    <a:alpha val="100000"/>
                  </a:srgbClr>
                </a:solidFill>
                <a:latin typeface="Calibri"/>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457200">
              <a:lnSpc>
                <a:spcPct val="100000"/>
              </a:lnSpc>
              <a:spcBef>
                <a:spcPct val="20000"/>
              </a:spcBef>
              <a:buClr>
                <a:srgbClr val="000000"/>
              </a:buClr>
              <a:buFont typeface="Arial"/>
              <a:buChar char="•"/>
            </a:pPr>
            <a:r>
              <a:rPr lang="en-US" sz="3200" b="0" i="0" u="none" strike="noStrike">
                <a:solidFill>
                  <a:srgbClr val="000000"/>
                </a:solidFill>
                <a:latin typeface="Calibri"/>
                <a:ea typeface="Calibri"/>
                <a:cs typeface="Calibri"/>
                <a:sym typeface="Calibri"/>
              </a:rPr>
              <a:t>Click to edit Master text styles</a:t>
            </a:r>
          </a:p>
          <a:p>
            <a:pPr marL="742950" lvl="1" indent="-285750" algn="l" defTabSz="457200">
              <a:lnSpc>
                <a:spcPct val="100000"/>
              </a:lnSpc>
              <a:spcBef>
                <a:spcPct val="20000"/>
              </a:spcBef>
              <a:buClr>
                <a:srgbClr val="000000"/>
              </a:buClr>
              <a:buChar char="–"/>
            </a:pPr>
            <a:r>
              <a:rPr lang="en-US" sz="2800" b="0" i="0" u="none" strike="noStrike">
                <a:solidFill>
                  <a:srgbClr val="000000"/>
                </a:solidFill>
                <a:latin typeface="Calibri"/>
                <a:ea typeface="Calibri"/>
                <a:cs typeface="Calibri"/>
                <a:sym typeface="Calibri"/>
              </a:rPr>
              <a:t>Second level</a:t>
            </a:r>
          </a:p>
          <a:p>
            <a:pPr marL="1143000" lvl="2" indent="-228600" algn="l" defTabSz="457200">
              <a:lnSpc>
                <a:spcPct val="100000"/>
              </a:lnSpc>
              <a:spcBef>
                <a:spcPct val="20000"/>
              </a:spcBef>
              <a:buClr>
                <a:srgbClr val="000000"/>
              </a:buClr>
              <a:buFont typeface="Arial"/>
              <a:buChar char="•"/>
            </a:pPr>
            <a:r>
              <a:rPr lang="en-US" sz="2400" b="0" i="0" u="none" strike="noStrike">
                <a:solidFill>
                  <a:srgbClr val="000000"/>
                </a:solidFill>
                <a:latin typeface="Calibri"/>
                <a:ea typeface="Calibri"/>
                <a:cs typeface="Calibri"/>
                <a:sym typeface="Calibri"/>
              </a:rPr>
              <a:t>Third level</a:t>
            </a:r>
          </a:p>
          <a:p>
            <a:pPr marL="1600200" lvl="3"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Fourth level</a:t>
            </a:r>
          </a:p>
          <a:p>
            <a:pPr marL="2057400" lvl="4" indent="-228600" algn="l" defTabSz="457200">
              <a:lnSpc>
                <a:spcPct val="100000"/>
              </a:lnSpc>
              <a:spcBef>
                <a:spcPct val="20000"/>
              </a:spcBef>
              <a:buClr>
                <a:srgbClr val="000000"/>
              </a:buClr>
              <a:buChar char="»"/>
            </a:pPr>
            <a:r>
              <a:rPr lang="en-US" sz="2000" b="0" i="0" u="none" strike="noStrike">
                <a:solidFill>
                  <a:srgbClr val="000000"/>
                </a:solidFill>
                <a:latin typeface="Calibri"/>
                <a:ea typeface="Calibri"/>
                <a:cs typeface="Calibri"/>
                <a:sym typeface="Calibri"/>
              </a:rPr>
              <a:t>Fifth level</a:t>
            </a:r>
          </a:p>
        </p:txBody>
      </p:sp>
      <p:sp>
        <p:nvSpPr>
          <p:cNvPr id="3" name="AutoShape 3"/>
          <p:cNvSpPr>
            <a:spLocks noGrp="1"/>
          </p:cNvSpPr>
          <p:nvPr>
            <p:ph type="body" sz="quarter" idx="3" hasCustomPrompt="1"/>
          </p:nvPr>
        </p:nvSpPr>
        <p:spPr>
          <a:xfrm>
            <a:off x="457200" y="6356350"/>
            <a:ext cx="2133600" cy="365125"/>
          </a:xfrm>
          <a:prstGeom prst="rect">
            <a:avLst/>
          </a:prstGeom>
          <a:noFill/>
          <a:ln w="12700">
            <a:noFill/>
            <a:prstDash val="solid"/>
          </a:ln>
        </p:spPr>
        <p:txBody>
          <a:bodyPr vert="horz" wrap="square" lIns="91440" tIns="45720" rIns="91440" bIns="45720" anchor="ctr">
            <a:noAutofit/>
          </a:bodyPr>
          <a:lstStyle>
            <a:lvl1pPr algn="l" defTabSz="457200">
              <a:lnSpc>
                <a:spcPct val="100000"/>
              </a:lnSpc>
              <a:defRPr sz="1200" b="0" i="0" u="none" strike="noStrike" spc="0">
                <a:solidFill>
                  <a:srgbClr val="898989">
                    <a:alpha val="100000"/>
                  </a:srgbClr>
                </a:solidFill>
                <a:latin typeface="Calibri"/>
              </a:defRPr>
            </a:lvl1pPr>
          </a:lstStyle>
          <a:p>
            <a:pPr marL="0" indent="0" algn="l" defTabSz="457200">
              <a:lnSpc>
                <a:spcPct val="100000"/>
              </a:lnSpc>
            </a:pPr>
            <a:r>
              <a:rPr lang="en-US" sz="1200" b="0" i="0" u="none" strike="noStrike">
                <a:solidFill>
                  <a:srgbClr val="898989"/>
                </a:solidFill>
                <a:latin typeface="Calibri"/>
                <a:ea typeface="Calibri"/>
                <a:cs typeface="Calibri"/>
                <a:sym typeface="Calibri"/>
              </a:rPr>
              <a:t>1/27/13</a:t>
            </a:r>
          </a:p>
        </p:txBody>
      </p:sp>
      <p:sp>
        <p:nvSpPr>
          <p:cNvPr id="4" name="AutoShape 4"/>
          <p:cNvSpPr>
            <a:spLocks noGrp="1"/>
          </p:cNvSpPr>
          <p:nvPr>
            <p:ph type="body" sz="quarter" idx="4"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457200">
              <a:lnSpc>
                <a:spcPct val="100000"/>
              </a:lnSpc>
              <a:defRPr sz="1200" b="0" i="0" u="none" strike="noStrike" spc="0">
                <a:solidFill>
                  <a:srgbClr val="1F2329">
                    <a:alpha val="100000"/>
                  </a:srgbClr>
                </a:solidFill>
                <a:latin typeface="Noto Sans SC"/>
              </a:defRPr>
            </a:lvl1pPr>
          </a:lstStyle>
          <a:p>
            <a:pPr marL="0" indent="0" algn="ctr" defTabSz="457200">
              <a:lnSpc>
                <a:spcPct val="100000"/>
              </a:lnSpc>
            </a:pPr>
            <a:r>
              <a:rPr lang="en-US" sz="1200" b="0" i="0" u="none" strike="noStrike">
                <a:solidFill>
                  <a:srgbClr val="898989"/>
                </a:solidFill>
                <a:latin typeface="Calibri"/>
                <a:ea typeface="Calibri"/>
                <a:cs typeface="Calibri"/>
                <a:sym typeface="Calibri"/>
              </a:rPr>
              <a:t>Footer</a:t>
            </a:r>
          </a:p>
        </p:txBody>
      </p:sp>
      <p:sp>
        <p:nvSpPr>
          <p:cNvPr id="6" name="AutoShape 6"/>
          <p:cNvSpPr>
            <a:spLocks noGrp="1"/>
          </p:cNvSpPr>
          <p:nvPr>
            <p:ph type="body" sz="quarter" idx="5" hasCustomPrompt="1"/>
          </p:nvPr>
        </p:nvSpPr>
        <p:spPr>
          <a:xfrm>
            <a:off x="6553200" y="6356350"/>
            <a:ext cx="2133600" cy="365125"/>
          </a:xfrm>
          <a:prstGeom prst="rect">
            <a:avLst/>
          </a:prstGeom>
          <a:noFill/>
          <a:ln w="12700">
            <a:noFill/>
            <a:prstDash val="solid"/>
          </a:ln>
        </p:spPr>
        <p:txBody>
          <a:bodyPr vert="horz" wrap="square" lIns="91440" tIns="45720" rIns="91440" bIns="45720" anchor="ctr">
            <a:noAutofit/>
          </a:bodyPr>
          <a:lstStyle>
            <a:lvl1pPr algn="r" defTabSz="457200">
              <a:lnSpc>
                <a:spcPct val="100000"/>
              </a:lnSpc>
              <a:defRPr sz="1200" b="0" i="0" u="none" strike="noStrike" spc="0">
                <a:solidFill>
                  <a:srgbClr val="898989">
                    <a:alpha val="100000"/>
                  </a:srgbClr>
                </a:solidFill>
                <a:latin typeface="Calibri"/>
              </a:defRPr>
            </a:lvl1pPr>
          </a:lstStyle>
          <a:p>
            <a:pPr marL="0" indent="0" algn="r" defTabSz="457200">
              <a:lnSpc>
                <a:spcPct val="100000"/>
              </a:lnSpc>
            </a:pPr>
            <a:fld id="{B860D63D-C7B9-4B48-91EF-F32357C2ED88}" type="slidenum">
              <a:rPr sz="1200" b="0" i="0" u="none" strike="noStrike">
                <a:solidFill>
                  <a:srgbClr val="898989"/>
                </a:solidFill>
                <a:latin typeface="Calibri"/>
                <a:ea typeface="Calibri"/>
                <a:cs typeface="Calibri"/>
                <a:sym typeface="Calibri"/>
              </a:rPr>
              <a:t>‹#›</a:t>
            </a:fld>
            <a:endParaRPr sz="1200" b="0" i="0" u="none" strike="noStrike">
              <a:solidFill>
                <a:srgbClr val="898989"/>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 id="2157483705" r:id="rId6"/>
    <p:sldLayoutId id="2157483706" r:id="rId7"/>
    <p:sldLayoutId id="2157483707" r:id="rId8"/>
    <p:sldLayoutId id="2157483708" r:id="rId9"/>
    <p:sldLayoutId id="2157483709" r:id="rId10"/>
    <p:sldLayoutId id="215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203F">
                <a:alpha val="100000"/>
              </a:srgbClr>
            </a:gs>
            <a:gs pos="100000">
              <a:srgbClr val="234976">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txBox="1"/>
          <p:nvPr/>
        </p:nvSpPr>
        <p:spPr>
          <a:xfrm>
            <a:off x="762000" y="1524000"/>
            <a:ext cx="7620000" cy="1016000"/>
          </a:xfrm>
          <a:prstGeom prst="rect">
            <a:avLst/>
          </a:prstGeom>
          <a:noFill/>
          <a:ln w="9525" cap="flat" cmpd="sng">
            <a:noFill/>
            <a:prstDash val="solid"/>
            <a:round/>
          </a:ln>
        </p:spPr>
        <p:txBody>
          <a:bodyPr vert="horz" wrap="square" lIns="0" tIns="0" rIns="0" bIns="0" rtlCol="0" anchor="ctr" anchorCtr="0"/>
          <a:lstStyle/>
          <a:p>
            <a:pPr marL="0" indent="0" algn="ctr">
              <a:lnSpc>
                <a:spcPct val="100000"/>
              </a:lnSpc>
              <a:defRPr/>
            </a:pPr>
            <a:r>
              <a:rPr lang="en-US" sz="3600" b="1" i="0" u="none" strike="noStrike">
                <a:solidFill>
                  <a:srgbClr val="FFFFFF"/>
                </a:solidFill>
                <a:latin typeface="Noto Sans SC"/>
                <a:ea typeface="Noto Sans SC"/>
                <a:cs typeface="Noto Sans SC"/>
                <a:sym typeface="Noto Sans SC"/>
              </a:rPr>
              <a:t>计算机操作系统（第4版）</a:t>
            </a:r>
            <a:endParaRPr lang="en-US" sz="1100"/>
          </a:p>
          <a:p>
            <a:pPr marL="0" indent="0" algn="ctr">
              <a:lnSpc>
                <a:spcPct val="100000"/>
              </a:lnSpc>
            </a:pPr>
            <a:r>
              <a:rPr lang="en-US" sz="3600" b="1" i="0" u="none" strike="noStrike">
                <a:solidFill>
                  <a:srgbClr val="FFFFFF"/>
                </a:solidFill>
                <a:latin typeface="Noto Sans SC"/>
                <a:ea typeface="Noto Sans SC"/>
                <a:cs typeface="Noto Sans SC"/>
                <a:sym typeface="Noto Sans SC"/>
              </a:rPr>
              <a:t>课程知识库智能问答系统</a:t>
            </a:r>
          </a:p>
        </p:txBody>
      </p:sp>
      <p:cxnSp>
        <p:nvCxnSpPr>
          <p:cNvPr id="4" name="Connector 4"/>
          <p:cNvCxnSpPr/>
          <p:nvPr/>
        </p:nvCxnSpPr>
        <p:spPr>
          <a:xfrm rot="-17188">
            <a:off x="3302016" y="2914650"/>
            <a:ext cx="25400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none" w="lg" len="lg"/>
          </a:ln>
        </p:spPr>
      </p:cxnSp>
      <p:sp>
        <p:nvSpPr>
          <p:cNvPr id="5" name="AutoShape 5"/>
          <p:cNvSpPr txBox="1"/>
          <p:nvPr/>
        </p:nvSpPr>
        <p:spPr>
          <a:xfrm>
            <a:off x="1397000" y="3238500"/>
            <a:ext cx="6350000" cy="1143000"/>
          </a:xfrm>
          <a:prstGeom prst="rect">
            <a:avLst/>
          </a:prstGeom>
          <a:noFill/>
          <a:ln w="9525" cap="flat" cmpd="sng">
            <a:noFill/>
            <a:prstDash val="solid"/>
            <a:round/>
          </a:ln>
        </p:spPr>
        <p:txBody>
          <a:bodyPr vert="horz" wrap="square" lIns="0" tIns="0" rIns="0" bIns="0" rtlCol="0" anchor="ctr" anchorCtr="0"/>
          <a:lstStyle/>
          <a:p>
            <a:pPr marL="0" indent="0" algn="ctr">
              <a:lnSpc>
                <a:spcPct val="150000"/>
              </a:lnSpc>
              <a:defRPr/>
            </a:pPr>
            <a:r>
              <a:rPr lang="en-US" sz="1600" b="1" i="0" u="none" strike="noStrike" dirty="0" err="1">
                <a:solidFill>
                  <a:srgbClr val="B4D2F0"/>
                </a:solidFill>
                <a:latin typeface="Noto Sans SC"/>
                <a:ea typeface="Noto Sans SC"/>
                <a:cs typeface="Noto Sans SC"/>
                <a:sym typeface="Noto Sans SC"/>
              </a:rPr>
              <a:t>专业素养培养</a:t>
            </a:r>
            <a:r>
              <a:rPr lang="en-US" sz="1600" b="1" i="0" u="none" strike="noStrike" dirty="0">
                <a:solidFill>
                  <a:srgbClr val="B4D2F0"/>
                </a:solidFill>
                <a:latin typeface="Noto Sans SC"/>
                <a:ea typeface="Noto Sans SC"/>
                <a:cs typeface="Noto Sans SC"/>
                <a:sym typeface="Noto Sans SC"/>
              </a:rPr>
              <a:t> · </a:t>
            </a:r>
            <a:r>
              <a:rPr lang="en-US" sz="1600" b="1" i="0" u="none" strike="noStrike" dirty="0" err="1">
                <a:solidFill>
                  <a:srgbClr val="B4D2F0"/>
                </a:solidFill>
                <a:latin typeface="Noto Sans SC"/>
                <a:ea typeface="Noto Sans SC"/>
                <a:cs typeface="Noto Sans SC"/>
                <a:sym typeface="Noto Sans SC"/>
              </a:rPr>
              <a:t>分组实践作业</a:t>
            </a:r>
            <a:endParaRPr lang="en-US" sz="1100" dirty="0"/>
          </a:p>
          <a:p>
            <a:pPr marL="0" indent="0" algn="ctr">
              <a:lnSpc>
                <a:spcPct val="150000"/>
              </a:lnSpc>
            </a:pPr>
            <a:r>
              <a:rPr lang="en-US" sz="1600" b="1" i="0" u="none" strike="noStrike" dirty="0" err="1">
                <a:solidFill>
                  <a:srgbClr val="B4D2F0"/>
                </a:solidFill>
                <a:latin typeface="Noto Sans SC"/>
                <a:ea typeface="Noto Sans SC"/>
                <a:cs typeface="Noto Sans SC"/>
                <a:sym typeface="Noto Sans SC"/>
              </a:rPr>
              <a:t>技术栈：方案</a:t>
            </a:r>
            <a:r>
              <a:rPr lang="en-US" sz="1600" b="1" i="0" u="none" strike="noStrike" dirty="0">
                <a:solidFill>
                  <a:srgbClr val="B4D2F0"/>
                </a:solidFill>
                <a:latin typeface="Noto Sans SC"/>
                <a:ea typeface="Noto Sans SC"/>
                <a:cs typeface="Noto Sans SC"/>
                <a:sym typeface="Noto Sans SC"/>
              </a:rPr>
              <a:t> </a:t>
            </a:r>
            <a:r>
              <a:rPr lang="en-US" sz="1600" b="1" i="0" u="none" strike="noStrike" dirty="0" err="1">
                <a:solidFill>
                  <a:srgbClr val="B4D2F0"/>
                </a:solidFill>
                <a:latin typeface="Noto Sans SC"/>
                <a:ea typeface="Noto Sans SC"/>
                <a:cs typeface="Noto Sans SC"/>
                <a:sym typeface="Noto Sans SC"/>
              </a:rPr>
              <a:t>C（纯</a:t>
            </a:r>
            <a:r>
              <a:rPr lang="en-US" sz="1600" b="1" i="0" u="none" strike="noStrike" dirty="0">
                <a:solidFill>
                  <a:srgbClr val="B4D2F0"/>
                </a:solidFill>
                <a:latin typeface="Noto Sans SC"/>
                <a:ea typeface="Noto Sans SC"/>
                <a:cs typeface="Noto Sans SC"/>
                <a:sym typeface="Noto Sans SC"/>
              </a:rPr>
              <a:t> Python + SQLite FTS5 + </a:t>
            </a:r>
            <a:r>
              <a:rPr lang="en-US" sz="1600" b="1" i="0" u="none" strike="noStrike" dirty="0" err="1">
                <a:solidFill>
                  <a:srgbClr val="B4D2F0"/>
                </a:solidFill>
                <a:latin typeface="Noto Sans SC"/>
                <a:ea typeface="Noto Sans SC"/>
                <a:cs typeface="Noto Sans SC"/>
                <a:sym typeface="Noto Sans SC"/>
              </a:rPr>
              <a:t>直连</a:t>
            </a:r>
            <a:r>
              <a:rPr lang="en-US" sz="1600" b="1" i="0" u="none" strike="noStrike" dirty="0">
                <a:solidFill>
                  <a:srgbClr val="B4D2F0"/>
                </a:solidFill>
                <a:latin typeface="Noto Sans SC"/>
                <a:ea typeface="Noto Sans SC"/>
                <a:cs typeface="Noto Sans SC"/>
                <a:sym typeface="Noto Sans SC"/>
              </a:rPr>
              <a:t> LLM API）</a:t>
            </a:r>
          </a:p>
          <a:p>
            <a:pPr marL="0" indent="0" algn="ctr">
              <a:lnSpc>
                <a:spcPct val="150000"/>
              </a:lnSpc>
            </a:pPr>
            <a:r>
              <a:rPr lang="zh-CN" altLang="en-US" sz="1600" b="1" i="0" u="none" strike="noStrike" dirty="0">
                <a:solidFill>
                  <a:srgbClr val="B4D2F0"/>
                </a:solidFill>
                <a:latin typeface="Noto Sans SC"/>
                <a:ea typeface="Noto Sans SC"/>
                <a:cs typeface="Noto Sans SC"/>
                <a:sym typeface="Noto Sans SC"/>
              </a:rPr>
              <a:t>成员：陈柳昕、王雪曼、李布强、雷振荣</a:t>
            </a:r>
            <a:endParaRPr lang="en-US" sz="1600" b="1" i="0" u="none" strike="noStrike" dirty="0">
              <a:solidFill>
                <a:srgbClr val="B4D2F0"/>
              </a:solidFill>
              <a:latin typeface="Noto Sans SC"/>
              <a:ea typeface="Noto Sans SC"/>
              <a:cs typeface="Noto Sans SC"/>
              <a:sym typeface="Noto Sans SC"/>
            </a:endParaRPr>
          </a:p>
        </p:txBody>
      </p:sp>
      <p:sp>
        <p:nvSpPr>
          <p:cNvPr id="6" name="AutoShape 6"/>
          <p:cNvSpPr/>
          <p:nvPr/>
        </p:nvSpPr>
        <p:spPr>
          <a:xfrm>
            <a:off x="3937000" y="4572000"/>
            <a:ext cx="1270000" cy="38100"/>
          </a:xfrm>
          <a:prstGeom prst="roundRect">
            <a:avLst>
              <a:gd name="adj" fmla="val 0"/>
            </a:avLst>
          </a:prstGeom>
          <a:solidFill>
            <a:srgbClr val="40A4DF">
              <a:alpha val="6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0F203F"/>
                </a:solidFill>
                <a:latin typeface="Noto Sans SC"/>
                <a:ea typeface="Noto Sans SC"/>
                <a:cs typeface="Noto Sans SC"/>
                <a:sym typeface="Noto Sans SC"/>
              </a:rPr>
              <a:t>一、作业背景：什么是 RAG 问答</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3302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50000"/>
              </a:lnSpc>
              <a:buClr>
                <a:srgbClr val="0F203F"/>
              </a:buClr>
              <a:buFont typeface="Arial"/>
              <a:buChar char="•"/>
              <a:defRPr/>
            </a:pPr>
            <a:r>
              <a:rPr lang="en-US" sz="1600" b="1" i="0" u="none" strike="noStrike">
                <a:solidFill>
                  <a:srgbClr val="0F203F"/>
                </a:solidFill>
                <a:latin typeface="Noto Sans SC"/>
                <a:ea typeface="Noto Sans SC"/>
                <a:cs typeface="Noto Sans SC"/>
                <a:sym typeface="Noto Sans SC"/>
              </a:rPr>
              <a:t>RAG = Retrieval-Augmented Generation</a:t>
            </a:r>
            <a:r>
              <a:rPr lang="en-US" sz="1600" b="0" i="0" u="none" strike="noStrike">
                <a:solidFill>
                  <a:srgbClr val="323232"/>
                </a:solidFill>
                <a:latin typeface="Noto Sans SC"/>
                <a:ea typeface="Noto Sans SC"/>
                <a:cs typeface="Noto Sans SC"/>
                <a:sym typeface="Noto Sans SC"/>
              </a:rPr>
              <a:t>（检索增强生成）</a:t>
            </a:r>
            <a:endParaRPr lang="en-US" sz="1100"/>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核心思想</a:t>
            </a:r>
            <a:r>
              <a:rPr lang="en-US" sz="1600" b="0" i="0" u="none" strike="noStrike">
                <a:solidFill>
                  <a:srgbClr val="323232"/>
                </a:solidFill>
                <a:latin typeface="Noto Sans SC"/>
                <a:ea typeface="Noto Sans SC"/>
                <a:cs typeface="Noto Sans SC"/>
                <a:sym typeface="Noto Sans SC"/>
              </a:rPr>
              <a:t>：先"检索"教材相关内容，再"生成"回答，而非依赖模型记忆</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价值</a:t>
            </a:r>
            <a:r>
              <a:rPr lang="en-US" sz="1600" b="0" i="0" u="none" strike="noStrike">
                <a:solidFill>
                  <a:srgbClr val="323232"/>
                </a:solidFill>
                <a:latin typeface="Noto Sans SC"/>
                <a:ea typeface="Noto Sans SC"/>
                <a:cs typeface="Noto Sans SC"/>
                <a:sym typeface="Noto Sans SC"/>
              </a:rPr>
              <a:t>：有效避免大语言模型的"幻觉"，答案可溯源到教材页码</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本作业要求</a:t>
            </a:r>
            <a:r>
              <a:rPr lang="en-US" sz="1600" b="0" i="0" u="none" strike="noStrike">
                <a:solidFill>
                  <a:srgbClr val="323232"/>
                </a:solidFill>
                <a:latin typeface="Noto Sans SC"/>
                <a:ea typeface="Noto Sans SC"/>
                <a:cs typeface="Noto Sans SC"/>
                <a:sym typeface="Noto Sans SC"/>
              </a:rPr>
              <a:t>：选一门课程教材 → 建本地知识库 → 配只基于教材问答、带页码引用的系统</a:t>
            </a:r>
          </a:p>
        </p:txBody>
      </p:sp>
      <p:sp>
        <p:nvSpPr>
          <p:cNvPr id="7" name="AutoShape 7"/>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B4BEC8"/>
                </a:solidFill>
                <a:latin typeface="Noto Sans SC"/>
                <a:ea typeface="Noto Sans SC"/>
                <a:cs typeface="Noto Sans SC"/>
                <a:sym typeface="Noto Sans SC"/>
              </a:rPr>
              <a:t>实施过程 · 02</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0F203F"/>
                </a:solidFill>
                <a:latin typeface="Noto Sans SC"/>
                <a:ea typeface="Noto Sans SC"/>
                <a:cs typeface="Noto Sans SC"/>
                <a:sym typeface="Noto Sans SC"/>
              </a:rPr>
              <a:t>二、强制行为约束（R1~R6，与技术栈无关）</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3302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50000"/>
              </a:lnSpc>
              <a:buClr>
                <a:srgbClr val="0F203F"/>
              </a:buClr>
              <a:buFont typeface="Arial"/>
              <a:buChar char="•"/>
              <a:defRPr/>
            </a:pPr>
            <a:r>
              <a:rPr lang="en-US" sz="1600" b="1" i="0" u="none" strike="noStrike">
                <a:solidFill>
                  <a:srgbClr val="0F203F"/>
                </a:solidFill>
                <a:latin typeface="Noto Sans SC"/>
                <a:ea typeface="Noto Sans SC"/>
                <a:cs typeface="Noto Sans SC"/>
                <a:sym typeface="Noto Sans SC"/>
              </a:rPr>
              <a:t>R1</a:t>
            </a:r>
            <a:r>
              <a:rPr lang="en-US" sz="1600" b="0" i="0" u="none" strike="noStrike">
                <a:solidFill>
                  <a:srgbClr val="323232"/>
                </a:solidFill>
                <a:latin typeface="Noto Sans SC"/>
                <a:ea typeface="Noto Sans SC"/>
                <a:cs typeface="Noto Sans SC"/>
                <a:sym typeface="Noto Sans SC"/>
              </a:rPr>
              <a:t> 回答前必须先检索知识库</a:t>
            </a:r>
            <a:endParaRPr lang="en-US" sz="1100"/>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R2</a:t>
            </a:r>
            <a:r>
              <a:rPr lang="en-US" sz="1600" b="0" i="0" u="none" strike="noStrike">
                <a:solidFill>
                  <a:srgbClr val="323232"/>
                </a:solidFill>
                <a:latin typeface="Noto Sans SC"/>
                <a:ea typeface="Noto Sans SC"/>
                <a:cs typeface="Noto Sans SC"/>
                <a:sym typeface="Noto Sans SC"/>
              </a:rPr>
              <a:t> 只能使用检索到的教材内容，禁止模型内部知识</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R3</a:t>
            </a:r>
            <a:r>
              <a:rPr lang="en-US" sz="1600" b="0" i="0" u="none" strike="noStrike">
                <a:solidFill>
                  <a:srgbClr val="323232"/>
                </a:solidFill>
                <a:latin typeface="Noto Sans SC"/>
                <a:ea typeface="Noto Sans SC"/>
                <a:cs typeface="Noto Sans SC"/>
                <a:sym typeface="Noto Sans SC"/>
              </a:rPr>
              <a:t> 每个事实陈述附页码引用【教材 p.XX】</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R4</a:t>
            </a:r>
            <a:r>
              <a:rPr lang="en-US" sz="1600" b="0" i="0" u="none" strike="noStrike">
                <a:solidFill>
                  <a:srgbClr val="323232"/>
                </a:solidFill>
                <a:latin typeface="Noto Sans SC"/>
                <a:ea typeface="Noto Sans SC"/>
                <a:cs typeface="Noto Sans SC"/>
                <a:sym typeface="Noto Sans SC"/>
              </a:rPr>
              <a:t> 简单中文解释，关键术语保留英文（process / thread / deadlock）</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R5</a:t>
            </a:r>
            <a:r>
              <a:rPr lang="en-US" sz="1600" b="0" i="0" u="none" strike="noStrike">
                <a:solidFill>
                  <a:srgbClr val="323232"/>
                </a:solidFill>
                <a:latin typeface="Noto Sans SC"/>
                <a:ea typeface="Noto Sans SC"/>
                <a:cs typeface="Noto Sans SC"/>
                <a:sym typeface="Noto Sans SC"/>
              </a:rPr>
              <a:t> 未覆盖内容必须如实说明，不编造</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R6</a:t>
            </a:r>
            <a:r>
              <a:rPr lang="en-US" sz="1600" b="0" i="0" u="none" strike="noStrike">
                <a:solidFill>
                  <a:srgbClr val="323232"/>
                </a:solidFill>
                <a:latin typeface="Noto Sans SC"/>
                <a:ea typeface="Noto Sans SC"/>
                <a:cs typeface="Noto Sans SC"/>
                <a:sym typeface="Noto Sans SC"/>
              </a:rPr>
              <a:t> 禁止输出连续 &gt;3 句原文（版权保护）</a:t>
            </a:r>
          </a:p>
        </p:txBody>
      </p:sp>
      <p:sp>
        <p:nvSpPr>
          <p:cNvPr id="7" name="AutoShape 7"/>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03</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0F203F"/>
                </a:solidFill>
                <a:latin typeface="Noto Sans SC"/>
                <a:ea typeface="Noto Sans SC"/>
                <a:cs typeface="Noto Sans SC"/>
                <a:sym typeface="Noto Sans SC"/>
              </a:rPr>
              <a:t>三、技术选型：为什么选方案 C</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2540000"/>
          </a:xfrm>
          <a:prstGeom prst="rect">
            <a:avLst/>
          </a:prstGeom>
          <a:noFill/>
          <a:ln w="9525" cap="flat" cmpd="sng">
            <a:noFill/>
            <a:prstDash val="solid"/>
            <a:round/>
          </a:ln>
        </p:spPr>
        <p:txBody>
          <a:bodyPr vert="horz" wrap="square" lIns="0" tIns="0" rIns="0" bIns="0" rtlCol="0" anchor="ctr" anchorCtr="0"/>
          <a:lstStyle/>
          <a:p>
            <a:pPr marL="190500" indent="-190500" algn="l">
              <a:lnSpc>
                <a:spcPct val="150000"/>
              </a:lnSpc>
              <a:buClr>
                <a:srgbClr val="0F203F"/>
              </a:buClr>
              <a:buFont typeface="Arial"/>
              <a:buChar char="•"/>
              <a:defRPr/>
            </a:pPr>
            <a:r>
              <a:rPr lang="en-US" sz="1500" b="1" i="0" u="none" strike="noStrike">
                <a:solidFill>
                  <a:srgbClr val="0F203F"/>
                </a:solidFill>
                <a:latin typeface="Noto Sans SC"/>
                <a:ea typeface="Noto Sans SC"/>
                <a:cs typeface="Noto Sans SC"/>
                <a:sym typeface="Noto Sans SC"/>
              </a:rPr>
              <a:t>方案 A（参考案例）</a:t>
            </a:r>
            <a:r>
              <a:rPr lang="en-US" sz="1500" b="0" i="0" u="none" strike="noStrike">
                <a:solidFill>
                  <a:srgbClr val="323232"/>
                </a:solidFill>
                <a:latin typeface="Noto Sans SC"/>
                <a:ea typeface="Noto Sans SC"/>
                <a:cs typeface="Noto Sans SC"/>
                <a:sym typeface="Noto Sans SC"/>
              </a:rPr>
              <a:t>：Node + DSH 框架 + FTS5 —— 中，生态重</a:t>
            </a:r>
            <a:endParaRPr lang="en-US" sz="1100"/>
          </a:p>
          <a:p>
            <a:pPr marL="190500" indent="-190500" algn="l">
              <a:lnSpc>
                <a:spcPct val="150000"/>
              </a:lnSpc>
              <a:buClr>
                <a:srgbClr val="0F203F"/>
              </a:buClr>
              <a:buFont typeface="Arial"/>
              <a:buChar char="•"/>
            </a:pPr>
            <a:r>
              <a:rPr lang="en-US" sz="1500" b="1" i="0" u="none" strike="noStrike">
                <a:solidFill>
                  <a:srgbClr val="0F203F"/>
                </a:solidFill>
                <a:latin typeface="Noto Sans SC"/>
                <a:ea typeface="Noto Sans SC"/>
                <a:cs typeface="Noto Sans SC"/>
                <a:sym typeface="Noto Sans SC"/>
              </a:rPr>
              <a:t>方案 B</a:t>
            </a:r>
            <a:r>
              <a:rPr lang="en-US" sz="1500" b="0" i="0" u="none" strike="noStrike">
                <a:solidFill>
                  <a:srgbClr val="323232"/>
                </a:solidFill>
                <a:latin typeface="Noto Sans SC"/>
                <a:ea typeface="Noto Sans SC"/>
                <a:cs typeface="Noto Sans SC"/>
                <a:sym typeface="Noto Sans SC"/>
              </a:rPr>
              <a:t>：ChromaDB/FAISS + LangChain —— 中高，需 ML 基础</a:t>
            </a:r>
          </a:p>
          <a:p>
            <a:pPr marL="190500" indent="-190500" algn="l">
              <a:lnSpc>
                <a:spcPct val="150000"/>
              </a:lnSpc>
              <a:buClr>
                <a:srgbClr val="40A4DF"/>
              </a:buClr>
              <a:buFont typeface="Arial"/>
              <a:buChar char="•"/>
            </a:pPr>
            <a:r>
              <a:rPr lang="en-US" sz="1500" b="1" i="0" u="none" strike="noStrike">
                <a:solidFill>
                  <a:srgbClr val="40A4DF"/>
                </a:solidFill>
                <a:latin typeface="Noto Sans SC"/>
                <a:ea typeface="Noto Sans SC"/>
                <a:cs typeface="Noto Sans SC"/>
                <a:sym typeface="Noto Sans SC"/>
              </a:rPr>
              <a:t>方案 C（本实现）</a:t>
            </a:r>
            <a:r>
              <a:rPr lang="en-US" sz="1500" b="0" i="0" u="none" strike="noStrike">
                <a:solidFill>
                  <a:srgbClr val="323232"/>
                </a:solidFill>
                <a:latin typeface="Noto Sans SC"/>
                <a:ea typeface="Noto Sans SC"/>
                <a:cs typeface="Noto Sans SC"/>
                <a:sym typeface="Noto Sans SC"/>
              </a:rPr>
              <a:t>：SQLite FTS5 + 纯 Python + 直连 LLM API —— 低中</a:t>
            </a:r>
          </a:p>
          <a:p>
            <a:pPr marL="190500" indent="-190500" algn="l">
              <a:lnSpc>
                <a:spcPct val="150000"/>
              </a:lnSpc>
              <a:buClr>
                <a:srgbClr val="0F203F"/>
              </a:buClr>
              <a:buFont typeface="Arial"/>
              <a:buChar char="•"/>
            </a:pPr>
            <a:r>
              <a:rPr lang="en-US" sz="1500" b="1" i="0" u="none" strike="noStrike">
                <a:solidFill>
                  <a:srgbClr val="0F203F"/>
                </a:solidFill>
                <a:latin typeface="Noto Sans SC"/>
                <a:ea typeface="Noto Sans SC"/>
                <a:cs typeface="Noto Sans SC"/>
                <a:sym typeface="Noto Sans SC"/>
              </a:rPr>
              <a:t>方案 D</a:t>
            </a:r>
            <a:r>
              <a:rPr lang="en-US" sz="1500" b="0" i="0" u="none" strike="noStrike">
                <a:solidFill>
                  <a:srgbClr val="323232"/>
                </a:solidFill>
                <a:latin typeface="Noto Sans SC"/>
                <a:ea typeface="Noto Sans SC"/>
                <a:cs typeface="Noto Sans SC"/>
                <a:sym typeface="Noto Sans SC"/>
              </a:rPr>
              <a:t>：Dify/FastGPT 低代码 —— 低，黑盒</a:t>
            </a:r>
          </a:p>
        </p:txBody>
      </p:sp>
      <p:sp>
        <p:nvSpPr>
          <p:cNvPr id="7" name="AutoShape 7"/>
          <p:cNvSpPr/>
          <p:nvPr/>
        </p:nvSpPr>
        <p:spPr>
          <a:xfrm>
            <a:off x="762000" y="4000500"/>
            <a:ext cx="7620000" cy="698500"/>
          </a:xfrm>
          <a:prstGeom prst="roundRect">
            <a:avLst>
              <a:gd name="adj" fmla="val 14545"/>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txBox="1"/>
          <p:nvPr/>
        </p:nvSpPr>
        <p:spPr>
          <a:xfrm>
            <a:off x="1016000" y="4127500"/>
            <a:ext cx="7112000" cy="508000"/>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0F203F"/>
                </a:solidFill>
                <a:latin typeface="Noto Sans SC"/>
                <a:ea typeface="Noto Sans SC"/>
                <a:cs typeface="Noto Sans SC"/>
                <a:sym typeface="Noto Sans SC"/>
              </a:rPr>
              <a:t>选 C 的理由：</a:t>
            </a:r>
            <a:r>
              <a:rPr lang="en-US" sz="1400" b="0" i="0" u="none" strike="noStrike">
                <a:solidFill>
                  <a:srgbClr val="0F203F"/>
                </a:solidFill>
                <a:latin typeface="Noto Sans SC"/>
                <a:ea typeface="Noto Sans SC"/>
                <a:cs typeface="Noto Sans SC"/>
                <a:sym typeface="Noto Sans SC"/>
              </a:rPr>
              <a:t>零 RAG 框架依赖、最易读懂、与参考案例差异化、利于演示 RAG 原理</a:t>
            </a:r>
            <a:endParaRPr lang="en-US" sz="1100"/>
          </a:p>
        </p:txBody>
      </p:sp>
      <p:sp>
        <p:nvSpPr>
          <p:cNvPr id="9" name="AutoShape 9"/>
          <p:cNvSpPr txBox="1"/>
          <p:nvPr/>
        </p:nvSpPr>
        <p:spPr>
          <a:xfrm>
            <a:off x="762000" y="4826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04</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0F203F"/>
                </a:solidFill>
                <a:latin typeface="Noto Sans SC"/>
                <a:ea typeface="Noto Sans SC"/>
                <a:cs typeface="Noto Sans SC"/>
                <a:sym typeface="Noto Sans SC"/>
              </a:rPr>
              <a:t>四、知识库概览（教材：《计算机操作系统（第4版）》）</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p:nvPr/>
        </p:nvSpPr>
        <p:spPr>
          <a:xfrm>
            <a:off x="762000" y="1524000"/>
            <a:ext cx="1778000" cy="1270000"/>
          </a:xfrm>
          <a:prstGeom prst="roundRect">
            <a:avLst>
              <a:gd name="adj" fmla="val 8000"/>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txBox="1"/>
          <p:nvPr/>
        </p:nvSpPr>
        <p:spPr>
          <a:xfrm>
            <a:off x="762000" y="1714500"/>
            <a:ext cx="1778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40A4DF"/>
                </a:solidFill>
                <a:latin typeface="Noto Sans SC"/>
                <a:ea typeface="Noto Sans SC"/>
                <a:cs typeface="Noto Sans SC"/>
                <a:sym typeface="Noto Sans SC"/>
              </a:rPr>
              <a:t>416 页</a:t>
            </a:r>
            <a:endParaRPr lang="en-US" sz="1100"/>
          </a:p>
        </p:txBody>
      </p:sp>
      <p:sp>
        <p:nvSpPr>
          <p:cNvPr id="8" name="AutoShape 8"/>
          <p:cNvSpPr txBox="1"/>
          <p:nvPr/>
        </p:nvSpPr>
        <p:spPr>
          <a:xfrm>
            <a:off x="762000" y="2159000"/>
            <a:ext cx="1778000" cy="508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200" b="0" i="0" u="none" strike="noStrike">
                <a:solidFill>
                  <a:srgbClr val="505A64"/>
                </a:solidFill>
                <a:latin typeface="Noto Sans SC"/>
                <a:ea typeface="Noto Sans SC"/>
                <a:cs typeface="Noto Sans SC"/>
                <a:sym typeface="Noto Sans SC"/>
              </a:rPr>
              <a:t>教材页数</a:t>
            </a:r>
            <a:br>
              <a:rPr lang="en-US" sz="1200" b="0" i="0" u="none" strike="noStrike">
                <a:solidFill>
                  <a:srgbClr val="505A64"/>
                </a:solidFill>
                <a:latin typeface="Noto Sans SC"/>
                <a:ea typeface="Noto Sans SC"/>
                <a:cs typeface="Noto Sans SC"/>
                <a:sym typeface="Noto Sans SC"/>
              </a:rPr>
            </a:br>
            <a:r>
              <a:rPr lang="en-US" sz="1200" b="0" i="0" u="none" strike="noStrike">
                <a:solidFill>
                  <a:srgbClr val="505A64"/>
                </a:solidFill>
                <a:latin typeface="Noto Sans SC"/>
                <a:ea typeface="Noto Sans SC"/>
                <a:cs typeface="Noto Sans SC"/>
                <a:sym typeface="Noto Sans SC"/>
              </a:rPr>
              <a:t>图片型PDF需OCR</a:t>
            </a:r>
            <a:endParaRPr lang="en-US" sz="1100"/>
          </a:p>
        </p:txBody>
      </p:sp>
      <p:sp>
        <p:nvSpPr>
          <p:cNvPr id="9" name="AutoShape 9"/>
          <p:cNvSpPr/>
          <p:nvPr/>
        </p:nvSpPr>
        <p:spPr>
          <a:xfrm>
            <a:off x="2794000" y="1524000"/>
            <a:ext cx="1778000" cy="1270000"/>
          </a:xfrm>
          <a:prstGeom prst="roundRect">
            <a:avLst>
              <a:gd name="adj" fmla="val 8000"/>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txBox="1"/>
          <p:nvPr/>
        </p:nvSpPr>
        <p:spPr>
          <a:xfrm>
            <a:off x="2794000" y="1714500"/>
            <a:ext cx="1778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40A4DF"/>
                </a:solidFill>
                <a:latin typeface="Noto Sans SC"/>
                <a:ea typeface="Noto Sans SC"/>
                <a:cs typeface="Noto Sans SC"/>
                <a:sym typeface="Noto Sans SC"/>
              </a:rPr>
              <a:t>12 章</a:t>
            </a:r>
            <a:endParaRPr lang="en-US" sz="1100"/>
          </a:p>
        </p:txBody>
      </p:sp>
      <p:sp>
        <p:nvSpPr>
          <p:cNvPr id="11" name="AutoShape 11"/>
          <p:cNvSpPr txBox="1"/>
          <p:nvPr/>
        </p:nvSpPr>
        <p:spPr>
          <a:xfrm>
            <a:off x="2794000" y="2159000"/>
            <a:ext cx="1778000" cy="508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200" b="0" i="0" u="none" strike="noStrike">
                <a:solidFill>
                  <a:srgbClr val="505A64"/>
                </a:solidFill>
                <a:latin typeface="Noto Sans SC"/>
                <a:ea typeface="Noto Sans SC"/>
                <a:cs typeface="Noto Sans SC"/>
                <a:sym typeface="Noto Sans SC"/>
              </a:rPr>
              <a:t>章节数</a:t>
            </a:r>
            <a:br>
              <a:rPr lang="en-US" sz="1200" b="0" i="0" u="none" strike="noStrike">
                <a:solidFill>
                  <a:srgbClr val="505A64"/>
                </a:solidFill>
                <a:latin typeface="Noto Sans SC"/>
                <a:ea typeface="Noto Sans SC"/>
                <a:cs typeface="Noto Sans SC"/>
                <a:sym typeface="Noto Sans SC"/>
              </a:rPr>
            </a:br>
            <a:r>
              <a:rPr lang="en-US" sz="1200" b="0" i="0" u="none" strike="noStrike">
                <a:solidFill>
                  <a:srgbClr val="505A64"/>
                </a:solidFill>
                <a:latin typeface="Noto Sans SC"/>
                <a:ea typeface="Noto Sans SC"/>
                <a:cs typeface="Noto Sans SC"/>
                <a:sym typeface="Noto Sans SC"/>
              </a:rPr>
              <a:t>基于目录自动检测</a:t>
            </a:r>
            <a:endParaRPr lang="en-US" sz="1100"/>
          </a:p>
        </p:txBody>
      </p:sp>
      <p:sp>
        <p:nvSpPr>
          <p:cNvPr id="12" name="AutoShape 12"/>
          <p:cNvSpPr/>
          <p:nvPr/>
        </p:nvSpPr>
        <p:spPr>
          <a:xfrm>
            <a:off x="4826000" y="1524000"/>
            <a:ext cx="1778000" cy="1270000"/>
          </a:xfrm>
          <a:prstGeom prst="roundRect">
            <a:avLst>
              <a:gd name="adj" fmla="val 8000"/>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txBox="1"/>
          <p:nvPr/>
        </p:nvSpPr>
        <p:spPr>
          <a:xfrm>
            <a:off x="4826000" y="1714500"/>
            <a:ext cx="1778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40A4DF"/>
                </a:solidFill>
                <a:latin typeface="Noto Sans SC"/>
                <a:ea typeface="Noto Sans SC"/>
                <a:cs typeface="Noto Sans SC"/>
                <a:sym typeface="Noto Sans SC"/>
              </a:rPr>
              <a:t>392 块</a:t>
            </a:r>
            <a:endParaRPr lang="en-US" sz="1100"/>
          </a:p>
        </p:txBody>
      </p:sp>
      <p:sp>
        <p:nvSpPr>
          <p:cNvPr id="14" name="AutoShape 14"/>
          <p:cNvSpPr txBox="1"/>
          <p:nvPr/>
        </p:nvSpPr>
        <p:spPr>
          <a:xfrm>
            <a:off x="4826000" y="2159000"/>
            <a:ext cx="1778000" cy="508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200" b="0" i="0" u="none" strike="noStrike">
                <a:solidFill>
                  <a:srgbClr val="505A64"/>
                </a:solidFill>
                <a:latin typeface="Noto Sans SC"/>
                <a:ea typeface="Noto Sans SC"/>
                <a:cs typeface="Noto Sans SC"/>
                <a:sym typeface="Noto Sans SC"/>
              </a:rPr>
              <a:t>文本块数</a:t>
            </a:r>
            <a:br>
              <a:rPr lang="en-US" sz="1200" b="0" i="0" u="none" strike="noStrike">
                <a:solidFill>
                  <a:srgbClr val="505A64"/>
                </a:solidFill>
                <a:latin typeface="Noto Sans SC"/>
                <a:ea typeface="Noto Sans SC"/>
                <a:cs typeface="Noto Sans SC"/>
                <a:sym typeface="Noto Sans SC"/>
              </a:rPr>
            </a:br>
            <a:r>
              <a:rPr lang="en-US" sz="1200" b="0" i="0" u="none" strike="noStrike">
                <a:solidFill>
                  <a:srgbClr val="505A64"/>
                </a:solidFill>
                <a:latin typeface="Noto Sans SC"/>
                <a:ea typeface="Noto Sans SC"/>
                <a:cs typeface="Noto Sans SC"/>
                <a:sym typeface="Noto Sans SC"/>
              </a:rPr>
              <a:t>滑动窗口分块</a:t>
            </a:r>
            <a:endParaRPr lang="en-US" sz="1100"/>
          </a:p>
        </p:txBody>
      </p:sp>
      <p:sp>
        <p:nvSpPr>
          <p:cNvPr id="15" name="AutoShape 15"/>
          <p:cNvSpPr/>
          <p:nvPr/>
        </p:nvSpPr>
        <p:spPr>
          <a:xfrm>
            <a:off x="6858000" y="1524000"/>
            <a:ext cx="1778000" cy="1270000"/>
          </a:xfrm>
          <a:prstGeom prst="roundRect">
            <a:avLst>
              <a:gd name="adj" fmla="val 8000"/>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txBox="1"/>
          <p:nvPr/>
        </p:nvSpPr>
        <p:spPr>
          <a:xfrm>
            <a:off x="6858000" y="1714500"/>
            <a:ext cx="1778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40A4DF"/>
                </a:solidFill>
                <a:latin typeface="Noto Sans SC"/>
                <a:ea typeface="Noto Sans SC"/>
                <a:cs typeface="Noto Sans SC"/>
                <a:sym typeface="Noto Sans SC"/>
              </a:rPr>
              <a:t>FTS5</a:t>
            </a:r>
            <a:endParaRPr lang="en-US" sz="1100"/>
          </a:p>
        </p:txBody>
      </p:sp>
      <p:sp>
        <p:nvSpPr>
          <p:cNvPr id="17" name="AutoShape 17"/>
          <p:cNvSpPr txBox="1"/>
          <p:nvPr/>
        </p:nvSpPr>
        <p:spPr>
          <a:xfrm>
            <a:off x="6858000" y="2159000"/>
            <a:ext cx="1778000" cy="508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200" b="0" i="0" u="none" strike="noStrike">
                <a:solidFill>
                  <a:srgbClr val="505A64"/>
                </a:solidFill>
                <a:latin typeface="Noto Sans SC"/>
                <a:ea typeface="Noto Sans SC"/>
                <a:cs typeface="Noto Sans SC"/>
                <a:sym typeface="Noto Sans SC"/>
              </a:rPr>
              <a:t>检索引擎</a:t>
            </a:r>
            <a:br>
              <a:rPr lang="en-US" sz="1200" b="0" i="0" u="none" strike="noStrike">
                <a:solidFill>
                  <a:srgbClr val="505A64"/>
                </a:solidFill>
                <a:latin typeface="Noto Sans SC"/>
                <a:ea typeface="Noto Sans SC"/>
                <a:cs typeface="Noto Sans SC"/>
                <a:sym typeface="Noto Sans SC"/>
              </a:rPr>
            </a:br>
            <a:r>
              <a:rPr lang="en-US" sz="1200" b="0" i="0" u="none" strike="noStrike">
                <a:solidFill>
                  <a:srgbClr val="505A64"/>
                </a:solidFill>
                <a:latin typeface="Noto Sans SC"/>
                <a:ea typeface="Noto Sans SC"/>
                <a:cs typeface="Noto Sans SC"/>
                <a:sym typeface="Noto Sans SC"/>
              </a:rPr>
              <a:t>trigram分词+BM25</a:t>
            </a:r>
            <a:endParaRPr lang="en-US" sz="1100"/>
          </a:p>
        </p:txBody>
      </p:sp>
      <p:sp>
        <p:nvSpPr>
          <p:cNvPr id="18" name="AutoShape 18"/>
          <p:cNvSpPr txBox="1"/>
          <p:nvPr/>
        </p:nvSpPr>
        <p:spPr>
          <a:xfrm>
            <a:off x="762000" y="3302000"/>
            <a:ext cx="7874000" cy="1143000"/>
          </a:xfrm>
          <a:prstGeom prst="rect">
            <a:avLst/>
          </a:prstGeom>
          <a:noFill/>
          <a:ln w="9525"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505A64"/>
                </a:solidFill>
                <a:latin typeface="Noto Sans SC"/>
                <a:ea typeface="Noto Sans SC"/>
                <a:cs typeface="Noto Sans SC"/>
                <a:sym typeface="Noto Sans SC"/>
              </a:rPr>
              <a:t>教材为《计算机操作系统（第4版）》，共416页，是图片型PDF没有文本层，所以需要先做OCR识别。</a:t>
            </a:r>
            <a:endParaRPr lang="en-US" sz="1100"/>
          </a:p>
          <a:p>
            <a:pPr marL="0" indent="0" algn="l">
              <a:lnSpc>
                <a:spcPct val="133333"/>
              </a:lnSpc>
            </a:pPr>
            <a:r>
              <a:rPr lang="en-US" sz="1400" b="0" i="0" u="none" strike="noStrike">
                <a:solidFill>
                  <a:srgbClr val="505A64"/>
                </a:solidFill>
                <a:latin typeface="Noto Sans SC"/>
                <a:ea typeface="Noto Sans SC"/>
                <a:cs typeface="Noto Sans SC"/>
                <a:sym typeface="Noto Sans SC"/>
              </a:rPr>
              <a:t>通过PDF目录自动检测出12个章节，再用滑动窗口加重叠的方式分成392个文本块，存入SQLite FTS5进行全文检索。</a:t>
            </a:r>
          </a:p>
        </p:txBody>
      </p:sp>
      <p:sp>
        <p:nvSpPr>
          <p:cNvPr id="19" name="AutoShape 19"/>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05</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0F203F"/>
                </a:solidFill>
                <a:latin typeface="Noto Sans SC"/>
                <a:ea typeface="Noto Sans SC"/>
                <a:cs typeface="Noto Sans SC"/>
                <a:sym typeface="Noto Sans SC"/>
              </a:rPr>
              <a:t>五、Phase 1 知识库构建流程（成员 A）</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p:nvPr/>
        </p:nvSpPr>
        <p:spPr>
          <a:xfrm>
            <a:off x="5080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txBox="1"/>
          <p:nvPr/>
        </p:nvSpPr>
        <p:spPr>
          <a:xfrm>
            <a:off x="508000" y="2476500"/>
            <a:ext cx="1397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0F203F"/>
                </a:solidFill>
                <a:latin typeface="Noto Sans SC"/>
                <a:ea typeface="Noto Sans SC"/>
                <a:cs typeface="Noto Sans SC"/>
                <a:sym typeface="Noto Sans SC"/>
              </a:rPr>
              <a:t>PDF/OCR</a:t>
            </a:r>
            <a:br>
              <a:rPr lang="en-US" sz="1300" b="1" i="0" u="none" strike="noStrike">
                <a:solidFill>
                  <a:srgbClr val="0F203F"/>
                </a:solidFill>
                <a:latin typeface="Noto Sans SC"/>
                <a:ea typeface="Noto Sans SC"/>
                <a:cs typeface="Noto Sans SC"/>
                <a:sym typeface="Noto Sans SC"/>
              </a:rPr>
            </a:br>
            <a:r>
              <a:rPr lang="en-US" sz="1300" b="1" i="0" u="none" strike="noStrike">
                <a:solidFill>
                  <a:srgbClr val="0F203F"/>
                </a:solidFill>
                <a:latin typeface="Noto Sans SC"/>
                <a:ea typeface="Noto Sans SC"/>
                <a:cs typeface="Noto Sans SC"/>
                <a:sym typeface="Noto Sans SC"/>
              </a:rPr>
              <a:t>提取每页</a:t>
            </a:r>
            <a:endParaRPr lang="en-US" sz="1100"/>
          </a:p>
        </p:txBody>
      </p:sp>
      <p:cxnSp>
        <p:nvCxnSpPr>
          <p:cNvPr id="8" name="Connector 8"/>
          <p:cNvCxnSpPr/>
          <p:nvPr/>
        </p:nvCxnSpPr>
        <p:spPr>
          <a:xfrm rot="-137436">
            <a:off x="19686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9" name="AutoShape 9"/>
          <p:cNvSpPr/>
          <p:nvPr/>
        </p:nvSpPr>
        <p:spPr>
          <a:xfrm>
            <a:off x="23495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txBox="1"/>
          <p:nvPr/>
        </p:nvSpPr>
        <p:spPr>
          <a:xfrm>
            <a:off x="2349500" y="2476500"/>
            <a:ext cx="1397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0F203F"/>
                </a:solidFill>
                <a:latin typeface="Noto Sans SC"/>
                <a:ea typeface="Noto Sans SC"/>
                <a:cs typeface="Noto Sans SC"/>
                <a:sym typeface="Noto Sans SC"/>
              </a:rPr>
              <a:t>目录检测</a:t>
            </a:r>
            <a:br>
              <a:rPr lang="en-US" sz="1300" b="1" i="0" u="none" strike="noStrike">
                <a:solidFill>
                  <a:srgbClr val="0F203F"/>
                </a:solidFill>
                <a:latin typeface="Noto Sans SC"/>
                <a:ea typeface="Noto Sans SC"/>
                <a:cs typeface="Noto Sans SC"/>
                <a:sym typeface="Noto Sans SC"/>
              </a:rPr>
            </a:br>
            <a:r>
              <a:rPr lang="en-US" sz="1300" b="1" i="0" u="none" strike="noStrike">
                <a:solidFill>
                  <a:srgbClr val="0F203F"/>
                </a:solidFill>
                <a:latin typeface="Noto Sans SC"/>
                <a:ea typeface="Noto Sans SC"/>
                <a:cs typeface="Noto Sans SC"/>
                <a:sym typeface="Noto Sans SC"/>
              </a:rPr>
              <a:t>章节边界</a:t>
            </a:r>
            <a:endParaRPr lang="en-US" sz="1100"/>
          </a:p>
        </p:txBody>
      </p:sp>
      <p:cxnSp>
        <p:nvCxnSpPr>
          <p:cNvPr id="11" name="Connector 11"/>
          <p:cNvCxnSpPr/>
          <p:nvPr/>
        </p:nvCxnSpPr>
        <p:spPr>
          <a:xfrm rot="-137436">
            <a:off x="38101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12" name="AutoShape 12"/>
          <p:cNvSpPr/>
          <p:nvPr/>
        </p:nvSpPr>
        <p:spPr>
          <a:xfrm>
            <a:off x="41910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txBox="1"/>
          <p:nvPr/>
        </p:nvSpPr>
        <p:spPr>
          <a:xfrm>
            <a:off x="4191000" y="2476500"/>
            <a:ext cx="1397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0F203F"/>
                </a:solidFill>
                <a:latin typeface="Noto Sans SC"/>
                <a:ea typeface="Noto Sans SC"/>
                <a:cs typeface="Noto Sans SC"/>
                <a:sym typeface="Noto Sans SC"/>
              </a:rPr>
              <a:t>滑动窗口</a:t>
            </a:r>
            <a:br>
              <a:rPr lang="en-US" sz="1300" b="1" i="0" u="none" strike="noStrike">
                <a:solidFill>
                  <a:srgbClr val="0F203F"/>
                </a:solidFill>
                <a:latin typeface="Noto Sans SC"/>
                <a:ea typeface="Noto Sans SC"/>
                <a:cs typeface="Noto Sans SC"/>
                <a:sym typeface="Noto Sans SC"/>
              </a:rPr>
            </a:br>
            <a:r>
              <a:rPr lang="en-US" sz="1300" b="1" i="0" u="none" strike="noStrike">
                <a:solidFill>
                  <a:srgbClr val="0F203F"/>
                </a:solidFill>
                <a:latin typeface="Noto Sans SC"/>
                <a:ea typeface="Noto Sans SC"/>
                <a:cs typeface="Noto Sans SC"/>
                <a:sym typeface="Noto Sans SC"/>
              </a:rPr>
              <a:t>语义分块</a:t>
            </a:r>
            <a:endParaRPr lang="en-US" sz="1100"/>
          </a:p>
        </p:txBody>
      </p:sp>
      <p:cxnSp>
        <p:nvCxnSpPr>
          <p:cNvPr id="14" name="Connector 14"/>
          <p:cNvCxnSpPr/>
          <p:nvPr/>
        </p:nvCxnSpPr>
        <p:spPr>
          <a:xfrm rot="-137436">
            <a:off x="56516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15" name="AutoShape 15"/>
          <p:cNvSpPr/>
          <p:nvPr/>
        </p:nvSpPr>
        <p:spPr>
          <a:xfrm>
            <a:off x="60325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txBox="1"/>
          <p:nvPr/>
        </p:nvSpPr>
        <p:spPr>
          <a:xfrm>
            <a:off x="6032500" y="2476500"/>
            <a:ext cx="1397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0F203F"/>
                </a:solidFill>
                <a:latin typeface="Noto Sans SC"/>
                <a:ea typeface="Noto Sans SC"/>
                <a:cs typeface="Noto Sans SC"/>
                <a:sym typeface="Noto Sans SC"/>
              </a:rPr>
              <a:t>FTS5</a:t>
            </a:r>
            <a:br>
              <a:rPr lang="en-US" sz="1300" b="1" i="0" u="none" strike="noStrike">
                <a:solidFill>
                  <a:srgbClr val="0F203F"/>
                </a:solidFill>
                <a:latin typeface="Noto Sans SC"/>
                <a:ea typeface="Noto Sans SC"/>
                <a:cs typeface="Noto Sans SC"/>
                <a:sym typeface="Noto Sans SC"/>
              </a:rPr>
            </a:br>
            <a:r>
              <a:rPr lang="en-US" sz="1300" b="1" i="0" u="none" strike="noStrike">
                <a:solidFill>
                  <a:srgbClr val="0F203F"/>
                </a:solidFill>
                <a:latin typeface="Noto Sans SC"/>
                <a:ea typeface="Noto Sans SC"/>
                <a:cs typeface="Noto Sans SC"/>
                <a:sym typeface="Noto Sans SC"/>
              </a:rPr>
              <a:t>建库</a:t>
            </a:r>
            <a:endParaRPr lang="en-US" sz="1100"/>
          </a:p>
        </p:txBody>
      </p:sp>
      <p:cxnSp>
        <p:nvCxnSpPr>
          <p:cNvPr id="17" name="Connector 17"/>
          <p:cNvCxnSpPr/>
          <p:nvPr/>
        </p:nvCxnSpPr>
        <p:spPr>
          <a:xfrm rot="-137436">
            <a:off x="74931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18" name="AutoShape 18"/>
          <p:cNvSpPr/>
          <p:nvPr/>
        </p:nvSpPr>
        <p:spPr>
          <a:xfrm>
            <a:off x="7874000" y="2286000"/>
            <a:ext cx="1016000" cy="1016000"/>
          </a:xfrm>
          <a:prstGeom prst="roundRect">
            <a:avLst>
              <a:gd name="adj" fmla="val 1250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txBox="1"/>
          <p:nvPr/>
        </p:nvSpPr>
        <p:spPr>
          <a:xfrm>
            <a:off x="7874000" y="2476500"/>
            <a:ext cx="1016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FFFFFF"/>
                </a:solidFill>
                <a:latin typeface="Noto Sans SC"/>
                <a:ea typeface="Noto Sans SC"/>
                <a:cs typeface="Noto Sans SC"/>
                <a:sym typeface="Noto Sans SC"/>
              </a:rPr>
              <a:t>验证</a:t>
            </a:r>
            <a:br>
              <a:rPr lang="en-US" sz="1300" b="1" i="0" u="none" strike="noStrike">
                <a:solidFill>
                  <a:srgbClr val="FFFFFF"/>
                </a:solidFill>
                <a:latin typeface="Noto Sans SC"/>
                <a:ea typeface="Noto Sans SC"/>
                <a:cs typeface="Noto Sans SC"/>
                <a:sym typeface="Noto Sans SC"/>
              </a:rPr>
            </a:br>
            <a:r>
              <a:rPr lang="en-US" sz="1300" b="1" i="0" u="none" strike="noStrike">
                <a:solidFill>
                  <a:srgbClr val="FFFFFF"/>
                </a:solidFill>
                <a:latin typeface="Noto Sans SC"/>
                <a:ea typeface="Noto Sans SC"/>
                <a:cs typeface="Noto Sans SC"/>
                <a:sym typeface="Noto Sans SC"/>
              </a:rPr>
              <a:t>覆盖率</a:t>
            </a:r>
            <a:endParaRPr lang="en-US" sz="1100"/>
          </a:p>
        </p:txBody>
      </p:sp>
      <p:sp>
        <p:nvSpPr>
          <p:cNvPr id="20" name="AutoShape 20"/>
          <p:cNvSpPr txBox="1"/>
          <p:nvPr/>
        </p:nvSpPr>
        <p:spPr>
          <a:xfrm>
            <a:off x="762000" y="3937000"/>
            <a:ext cx="7874000" cy="762000"/>
          </a:xfrm>
          <a:prstGeom prst="rect">
            <a:avLst/>
          </a:prstGeom>
          <a:noFill/>
          <a:ln w="9525"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505A64"/>
                </a:solidFill>
                <a:latin typeface="Noto Sans SC"/>
                <a:ea typeface="Noto Sans SC"/>
                <a:cs typeface="Noto Sans SC"/>
                <a:sym typeface="Noto Sans SC"/>
              </a:rPr>
              <a:t>知识库构建是整个系统的基础，由成员A负责完成。从PDF的OCR识别开始，到章节检测、语义分块，最后建立FTS5索引并验证覆盖率，确保每一页教材内容都能被准确检索到。</a:t>
            </a:r>
            <a:endParaRPr lang="en-US" sz="1100"/>
          </a:p>
        </p:txBody>
      </p:sp>
      <p:sp>
        <p:nvSpPr>
          <p:cNvPr id="21" name="AutoShape 21"/>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06</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六、分块策略（成员 A）</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3302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50000"/>
              </a:lnSpc>
              <a:buClr>
                <a:srgbClr val="0F203F"/>
              </a:buClr>
              <a:buFont typeface="Arial"/>
              <a:buChar char="•"/>
              <a:defRPr/>
            </a:pPr>
            <a:r>
              <a:rPr lang="en-US" sz="1600" b="1" i="0" u="none" strike="noStrike">
                <a:solidFill>
                  <a:srgbClr val="0F203F"/>
                </a:solidFill>
                <a:latin typeface="Noto Sans SC"/>
                <a:ea typeface="Noto Sans SC"/>
                <a:cs typeface="Noto Sans SC"/>
                <a:sym typeface="Noto Sans SC"/>
              </a:rPr>
              <a:t>分组方式</a:t>
            </a:r>
            <a:r>
              <a:rPr lang="en-US" sz="1600" b="0" i="0" u="none" strike="noStrike">
                <a:solidFill>
                  <a:srgbClr val="323232"/>
                </a:solidFill>
                <a:latin typeface="Noto Sans SC"/>
                <a:ea typeface="Noto Sans SC"/>
                <a:cs typeface="Noto Sans SC"/>
                <a:sym typeface="Noto Sans SC"/>
              </a:rPr>
              <a:t>：按章节分组，章节内用滑动窗口</a:t>
            </a:r>
            <a:endParaRPr lang="en-US" sz="1100"/>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块大小</a:t>
            </a:r>
            <a:r>
              <a:rPr lang="en-US" sz="1600" b="0" i="0" u="none" strike="noStrike">
                <a:solidFill>
                  <a:srgbClr val="323232"/>
                </a:solidFill>
                <a:latin typeface="Noto Sans SC"/>
                <a:ea typeface="Noto Sans SC"/>
                <a:cs typeface="Noto Sans SC"/>
                <a:sym typeface="Noto Sans SC"/>
              </a:rPr>
              <a:t>：800~1200 token（≈1300~1900 中文字）</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块间重叠</a:t>
            </a:r>
            <a:r>
              <a:rPr lang="en-US" sz="1600" b="0" i="0" u="none" strike="noStrike">
                <a:solidFill>
                  <a:srgbClr val="323232"/>
                </a:solidFill>
                <a:latin typeface="Noto Sans SC"/>
                <a:ea typeface="Noto Sans SC"/>
                <a:cs typeface="Noto Sans SC"/>
                <a:sym typeface="Noto Sans SC"/>
              </a:rPr>
              <a:t>：220 字，保证上下文连续、减少边界信息丢失</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元数据</a:t>
            </a:r>
            <a:r>
              <a:rPr lang="en-US" sz="1600" b="0" i="0" u="none" strike="noStrike">
                <a:solidFill>
                  <a:srgbClr val="323232"/>
                </a:solidFill>
                <a:latin typeface="Noto Sans SC"/>
                <a:ea typeface="Noto Sans SC"/>
                <a:cs typeface="Noto Sans SC"/>
                <a:sym typeface="Noto Sans SC"/>
              </a:rPr>
              <a:t>：text / page_start / page_end / chapter（四类元数据齐全）</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OCR缓存</a:t>
            </a:r>
            <a:r>
              <a:rPr lang="en-US" sz="1600" b="0" i="0" u="none" strike="noStrike">
                <a:solidFill>
                  <a:srgbClr val="323232"/>
                </a:solidFill>
                <a:latin typeface="Noto Sans SC"/>
                <a:ea typeface="Noto Sans SC"/>
                <a:cs typeface="Noto Sans SC"/>
                <a:sym typeface="Noto Sans SC"/>
              </a:rPr>
              <a:t>：逐页识别并缓存（docs/pages_ocr.jsonl），避免重复识别</a:t>
            </a:r>
          </a:p>
        </p:txBody>
      </p:sp>
      <p:sp>
        <p:nvSpPr>
          <p:cNvPr id="7" name="AutoShape 7"/>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07</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七、Phase 2 智能体配置（成员 B）</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3302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50000"/>
              </a:lnSpc>
              <a:buClr>
                <a:srgbClr val="0F203F"/>
              </a:buClr>
              <a:buFont typeface="Arial"/>
              <a:buChar char="•"/>
              <a:defRPr/>
            </a:pPr>
            <a:r>
              <a:rPr lang="en-US" sz="1600" b="1" i="0" u="none" strike="noStrike">
                <a:solidFill>
                  <a:srgbClr val="0F203F"/>
                </a:solidFill>
                <a:latin typeface="Noto Sans SC"/>
                <a:ea typeface="Noto Sans SC"/>
                <a:cs typeface="Noto Sans SC"/>
                <a:sym typeface="Noto Sans SC"/>
              </a:rPr>
              <a:t>检索工具</a:t>
            </a:r>
            <a:r>
              <a:rPr lang="en-US" sz="1600" b="0" i="0" u="none" strike="noStrike">
                <a:solidFill>
                  <a:srgbClr val="323232"/>
                </a:solidFill>
                <a:latin typeface="Noto Sans SC"/>
                <a:ea typeface="Noto Sans SC"/>
                <a:cs typeface="Noto Sans SC"/>
                <a:sym typeface="Noto Sans SC"/>
              </a:rPr>
              <a:t>：knowledge_search(query)，返回带页码的教材片段</a:t>
            </a:r>
            <a:endParaRPr lang="en-US" sz="1100"/>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系统提示词</a:t>
            </a:r>
            <a:r>
              <a:rPr lang="en-US" sz="1600" b="0" i="0" u="none" strike="noStrike">
                <a:solidFill>
                  <a:srgbClr val="323232"/>
                </a:solidFill>
                <a:latin typeface="Noto Sans SC"/>
                <a:ea typeface="Noto Sans SC"/>
                <a:cs typeface="Noto Sans SC"/>
                <a:sym typeface="Noto Sans SC"/>
              </a:rPr>
              <a:t>：五段式，落实 R1~R6 规则</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RAG 编排</a:t>
            </a:r>
            <a:r>
              <a:rPr lang="en-US" sz="1600" b="0" i="0" u="none" strike="noStrike">
                <a:solidFill>
                  <a:srgbClr val="323232"/>
                </a:solidFill>
                <a:latin typeface="Noto Sans SC"/>
                <a:ea typeface="Noto Sans SC"/>
                <a:cs typeface="Noto Sans SC"/>
                <a:sym typeface="Noto Sans SC"/>
              </a:rPr>
              <a:t>：代码层先检索后回答，不依赖模型自觉调用工具</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LLM 接口</a:t>
            </a:r>
            <a:r>
              <a:rPr lang="en-US" sz="1600" b="0" i="0" u="none" strike="noStrike">
                <a:solidFill>
                  <a:srgbClr val="323232"/>
                </a:solidFill>
                <a:latin typeface="Noto Sans SC"/>
                <a:ea typeface="Noto Sans SC"/>
                <a:cs typeface="Noto Sans SC"/>
                <a:sym typeface="Noto Sans SC"/>
              </a:rPr>
              <a:t>：OpenAI 兼容 API（DeepSeek 等），无 Key 时退化"检索合成"</a:t>
            </a:r>
          </a:p>
        </p:txBody>
      </p:sp>
      <p:sp>
        <p:nvSpPr>
          <p:cNvPr id="7" name="AutoShape 7"/>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08</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八、系统提示词五段结构（成员 B）</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p:nvPr/>
        </p:nvSpPr>
        <p:spPr>
          <a:xfrm>
            <a:off x="762000" y="1397000"/>
            <a:ext cx="7620000" cy="571500"/>
          </a:xfrm>
          <a:prstGeom prst="roundRect">
            <a:avLst>
              <a:gd name="adj" fmla="val 17777"/>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txBox="1"/>
          <p:nvPr/>
        </p:nvSpPr>
        <p:spPr>
          <a:xfrm>
            <a:off x="1016000" y="1524000"/>
            <a:ext cx="7112000" cy="317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0A4DF"/>
                </a:solidFill>
                <a:latin typeface="Noto Sans SC"/>
                <a:ea typeface="Noto Sans SC"/>
                <a:cs typeface="Noto Sans SC"/>
                <a:sym typeface="Noto Sans SC"/>
              </a:rPr>
              <a:t>① RAG 工作流：</a:t>
            </a:r>
            <a:r>
              <a:rPr lang="en-US" sz="1500" b="0" i="0" u="none" strike="noStrike">
                <a:solidFill>
                  <a:srgbClr val="0F203F"/>
                </a:solidFill>
                <a:latin typeface="Noto Sans SC"/>
                <a:ea typeface="Noto Sans SC"/>
                <a:cs typeface="Noto Sans SC"/>
                <a:sym typeface="Noto Sans SC"/>
              </a:rPr>
              <a:t>先检索后回答（R1）</a:t>
            </a:r>
            <a:endParaRPr lang="en-US" sz="1100"/>
          </a:p>
        </p:txBody>
      </p:sp>
      <p:sp>
        <p:nvSpPr>
          <p:cNvPr id="8" name="AutoShape 8"/>
          <p:cNvSpPr/>
          <p:nvPr/>
        </p:nvSpPr>
        <p:spPr>
          <a:xfrm>
            <a:off x="762000" y="2095500"/>
            <a:ext cx="7620000" cy="571500"/>
          </a:xfrm>
          <a:prstGeom prst="roundRect">
            <a:avLst>
              <a:gd name="adj" fmla="val 17777"/>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txBox="1"/>
          <p:nvPr/>
        </p:nvSpPr>
        <p:spPr>
          <a:xfrm>
            <a:off x="1016000" y="2222500"/>
            <a:ext cx="7112000" cy="317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0A4DF"/>
                </a:solidFill>
                <a:latin typeface="Noto Sans SC"/>
                <a:ea typeface="Noto Sans SC"/>
                <a:cs typeface="Noto Sans SC"/>
                <a:sym typeface="Noto Sans SC"/>
              </a:rPr>
              <a:t>② 知识边界：</a:t>
            </a:r>
            <a:r>
              <a:rPr lang="en-US" sz="1500" b="0" i="0" u="none" strike="noStrike">
                <a:solidFill>
                  <a:srgbClr val="0F203F"/>
                </a:solidFill>
                <a:latin typeface="Noto Sans SC"/>
                <a:ea typeface="Noto Sans SC"/>
                <a:cs typeface="Noto Sans SC"/>
                <a:sym typeface="Noto Sans SC"/>
              </a:rPr>
              <a:t>只用教材（R2）</a:t>
            </a:r>
            <a:endParaRPr lang="en-US" sz="1100"/>
          </a:p>
        </p:txBody>
      </p:sp>
      <p:sp>
        <p:nvSpPr>
          <p:cNvPr id="10" name="AutoShape 10"/>
          <p:cNvSpPr/>
          <p:nvPr/>
        </p:nvSpPr>
        <p:spPr>
          <a:xfrm>
            <a:off x="762000" y="2794000"/>
            <a:ext cx="7620000" cy="571500"/>
          </a:xfrm>
          <a:prstGeom prst="roundRect">
            <a:avLst>
              <a:gd name="adj" fmla="val 17777"/>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txBox="1"/>
          <p:nvPr/>
        </p:nvSpPr>
        <p:spPr>
          <a:xfrm>
            <a:off x="1016000" y="2921000"/>
            <a:ext cx="7112000" cy="317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0A4DF"/>
                </a:solidFill>
                <a:latin typeface="Noto Sans SC"/>
                <a:ea typeface="Noto Sans SC"/>
                <a:cs typeface="Noto Sans SC"/>
                <a:sym typeface="Noto Sans SC"/>
              </a:rPr>
              <a:t>③ 引用规范：</a:t>
            </a:r>
            <a:r>
              <a:rPr lang="en-US" sz="1500" b="0" i="0" u="none" strike="noStrike">
                <a:solidFill>
                  <a:srgbClr val="0F203F"/>
                </a:solidFill>
                <a:latin typeface="Noto Sans SC"/>
                <a:ea typeface="Noto Sans SC"/>
                <a:cs typeface="Noto Sans SC"/>
                <a:sym typeface="Noto Sans SC"/>
              </a:rPr>
              <a:t>每条事实附【教材 p.XX】（R3）</a:t>
            </a:r>
            <a:endParaRPr lang="en-US" sz="1100"/>
          </a:p>
        </p:txBody>
      </p:sp>
      <p:sp>
        <p:nvSpPr>
          <p:cNvPr id="12" name="AutoShape 12"/>
          <p:cNvSpPr/>
          <p:nvPr/>
        </p:nvSpPr>
        <p:spPr>
          <a:xfrm>
            <a:off x="762000" y="3492500"/>
            <a:ext cx="7620000" cy="571500"/>
          </a:xfrm>
          <a:prstGeom prst="roundRect">
            <a:avLst>
              <a:gd name="adj" fmla="val 17777"/>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txBox="1"/>
          <p:nvPr/>
        </p:nvSpPr>
        <p:spPr>
          <a:xfrm>
            <a:off x="1016000" y="3619500"/>
            <a:ext cx="7112000" cy="317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0A4DF"/>
                </a:solidFill>
                <a:latin typeface="Noto Sans SC"/>
                <a:ea typeface="Noto Sans SC"/>
                <a:cs typeface="Noto Sans SC"/>
                <a:sym typeface="Noto Sans SC"/>
              </a:rPr>
              <a:t>④ 语言风格：</a:t>
            </a:r>
            <a:r>
              <a:rPr lang="en-US" sz="1500" b="0" i="0" u="none" strike="noStrike">
                <a:solidFill>
                  <a:srgbClr val="0F203F"/>
                </a:solidFill>
                <a:latin typeface="Noto Sans SC"/>
                <a:ea typeface="Noto Sans SC"/>
                <a:cs typeface="Noto Sans SC"/>
                <a:sym typeface="Noto Sans SC"/>
              </a:rPr>
              <a:t>简单中文 + 保留英文术语（R4）</a:t>
            </a:r>
            <a:endParaRPr lang="en-US" sz="1100"/>
          </a:p>
        </p:txBody>
      </p:sp>
      <p:sp>
        <p:nvSpPr>
          <p:cNvPr id="14" name="AutoShape 14"/>
          <p:cNvSpPr/>
          <p:nvPr/>
        </p:nvSpPr>
        <p:spPr>
          <a:xfrm>
            <a:off x="762000" y="4191000"/>
            <a:ext cx="7620000" cy="571500"/>
          </a:xfrm>
          <a:prstGeom prst="roundRect">
            <a:avLst>
              <a:gd name="adj" fmla="val 17777"/>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txBox="1"/>
          <p:nvPr/>
        </p:nvSpPr>
        <p:spPr>
          <a:xfrm>
            <a:off x="1016000" y="4318000"/>
            <a:ext cx="7112000" cy="317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0A4DF"/>
                </a:solidFill>
                <a:latin typeface="Noto Sans SC"/>
                <a:ea typeface="Noto Sans SC"/>
                <a:cs typeface="Noto Sans SC"/>
                <a:sym typeface="Noto Sans SC"/>
              </a:rPr>
              <a:t>⑤ 版权与诚实：</a:t>
            </a:r>
            <a:r>
              <a:rPr lang="en-US" sz="1500" b="0" i="0" u="none" strike="noStrike">
                <a:solidFill>
                  <a:srgbClr val="0F203F"/>
                </a:solidFill>
                <a:latin typeface="Noto Sans SC"/>
                <a:ea typeface="Noto Sans SC"/>
                <a:cs typeface="Noto Sans SC"/>
                <a:sym typeface="Noto Sans SC"/>
              </a:rPr>
              <a:t>禁 &gt;3 句原文 + 未覆盖如实说（R5/R6）</a:t>
            </a:r>
            <a:endParaRPr lang="en-US" sz="1100"/>
          </a:p>
        </p:txBody>
      </p:sp>
      <p:sp>
        <p:nvSpPr>
          <p:cNvPr id="16" name="AutoShape 16"/>
          <p:cNvSpPr txBox="1"/>
          <p:nvPr/>
        </p:nvSpPr>
        <p:spPr>
          <a:xfrm>
            <a:off x="762000" y="4889500"/>
            <a:ext cx="7874000" cy="1905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09</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00000"/>
              </a:lnSpc>
              <a:defRPr/>
            </a:pPr>
            <a:r>
              <a:rPr lang="en-US" sz="2400" b="1" i="0" u="none" strike="noStrike">
                <a:solidFill>
                  <a:srgbClr val="0F203F"/>
                </a:solidFill>
                <a:latin typeface="Noto Sans SC"/>
                <a:ea typeface="Noto Sans SC"/>
                <a:cs typeface="Noto Sans SC"/>
                <a:sym typeface="Noto Sans SC"/>
              </a:rPr>
              <a:t>九、RAG 工作流：检索先于回答（R1 双保险）</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p:nvPr/>
        </p:nvSpPr>
        <p:spPr>
          <a:xfrm>
            <a:off x="5080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txBox="1"/>
          <p:nvPr/>
        </p:nvSpPr>
        <p:spPr>
          <a:xfrm>
            <a:off x="508000" y="2603500"/>
            <a:ext cx="1397000" cy="508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400" b="1" i="0" u="none" strike="noStrike">
                <a:solidFill>
                  <a:srgbClr val="0F203F"/>
                </a:solidFill>
                <a:latin typeface="Noto Sans SC"/>
                <a:ea typeface="Noto Sans SC"/>
                <a:cs typeface="Noto Sans SC"/>
                <a:sym typeface="Noto Sans SC"/>
              </a:rPr>
              <a:t>用户提问</a:t>
            </a:r>
            <a:endParaRPr lang="en-US" sz="1100"/>
          </a:p>
        </p:txBody>
      </p:sp>
      <p:cxnSp>
        <p:nvCxnSpPr>
          <p:cNvPr id="8" name="Connector 8"/>
          <p:cNvCxnSpPr/>
          <p:nvPr/>
        </p:nvCxnSpPr>
        <p:spPr>
          <a:xfrm rot="-137436">
            <a:off x="19686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9" name="AutoShape 9"/>
          <p:cNvSpPr/>
          <p:nvPr/>
        </p:nvSpPr>
        <p:spPr>
          <a:xfrm>
            <a:off x="23495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txBox="1"/>
          <p:nvPr/>
        </p:nvSpPr>
        <p:spPr>
          <a:xfrm>
            <a:off x="2349500" y="2476500"/>
            <a:ext cx="1397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0F203F"/>
                </a:solidFill>
                <a:latin typeface="Noto Sans SC"/>
                <a:ea typeface="Noto Sans SC"/>
                <a:cs typeface="Noto Sans SC"/>
                <a:sym typeface="Noto Sans SC"/>
              </a:rPr>
              <a:t>knowledge_search</a:t>
            </a:r>
            <a:br>
              <a:rPr lang="en-US" sz="1300" b="1" i="0" u="none" strike="noStrike">
                <a:solidFill>
                  <a:srgbClr val="0F203F"/>
                </a:solidFill>
                <a:latin typeface="Noto Sans SC"/>
                <a:ea typeface="Noto Sans SC"/>
                <a:cs typeface="Noto Sans SC"/>
                <a:sym typeface="Noto Sans SC"/>
              </a:rPr>
            </a:br>
            <a:r>
              <a:rPr lang="en-US" sz="1300" b="1" i="0" u="none" strike="noStrike">
                <a:solidFill>
                  <a:srgbClr val="0F203F"/>
                </a:solidFill>
                <a:latin typeface="Noto Sans SC"/>
                <a:ea typeface="Noto Sans SC"/>
                <a:cs typeface="Noto Sans SC"/>
                <a:sym typeface="Noto Sans SC"/>
              </a:rPr>
              <a:t>强制先检索</a:t>
            </a:r>
            <a:endParaRPr lang="en-US" sz="1100"/>
          </a:p>
        </p:txBody>
      </p:sp>
      <p:cxnSp>
        <p:nvCxnSpPr>
          <p:cNvPr id="11" name="Connector 11"/>
          <p:cNvCxnSpPr/>
          <p:nvPr/>
        </p:nvCxnSpPr>
        <p:spPr>
          <a:xfrm rot="-137436">
            <a:off x="38101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12" name="AutoShape 12"/>
          <p:cNvSpPr/>
          <p:nvPr/>
        </p:nvSpPr>
        <p:spPr>
          <a:xfrm>
            <a:off x="41910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txBox="1"/>
          <p:nvPr/>
        </p:nvSpPr>
        <p:spPr>
          <a:xfrm>
            <a:off x="4191000" y="2476500"/>
            <a:ext cx="1397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0F203F"/>
                </a:solidFill>
                <a:latin typeface="Noto Sans SC"/>
                <a:ea typeface="Noto Sans SC"/>
                <a:cs typeface="Noto Sans SC"/>
                <a:sym typeface="Noto Sans SC"/>
              </a:rPr>
              <a:t>注入上下文</a:t>
            </a:r>
            <a:br>
              <a:rPr lang="en-US" sz="1300" b="1" i="0" u="none" strike="noStrike">
                <a:solidFill>
                  <a:srgbClr val="0F203F"/>
                </a:solidFill>
                <a:latin typeface="Noto Sans SC"/>
                <a:ea typeface="Noto Sans SC"/>
                <a:cs typeface="Noto Sans SC"/>
                <a:sym typeface="Noto Sans SC"/>
              </a:rPr>
            </a:br>
            <a:r>
              <a:rPr lang="en-US" sz="1300" b="1" i="0" u="none" strike="noStrike">
                <a:solidFill>
                  <a:srgbClr val="0F203F"/>
                </a:solidFill>
                <a:latin typeface="Noto Sans SC"/>
                <a:ea typeface="Noto Sans SC"/>
                <a:cs typeface="Noto Sans SC"/>
                <a:sym typeface="Noto Sans SC"/>
              </a:rPr>
              <a:t>+页码</a:t>
            </a:r>
            <a:endParaRPr lang="en-US" sz="1100"/>
          </a:p>
        </p:txBody>
      </p:sp>
      <p:cxnSp>
        <p:nvCxnSpPr>
          <p:cNvPr id="14" name="Connector 14"/>
          <p:cNvCxnSpPr/>
          <p:nvPr/>
        </p:nvCxnSpPr>
        <p:spPr>
          <a:xfrm rot="-137436">
            <a:off x="56516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15" name="AutoShape 15"/>
          <p:cNvSpPr/>
          <p:nvPr/>
        </p:nvSpPr>
        <p:spPr>
          <a:xfrm>
            <a:off x="6032500" y="2286000"/>
            <a:ext cx="1397000" cy="1016000"/>
          </a:xfrm>
          <a:prstGeom prst="roundRect">
            <a:avLst>
              <a:gd name="adj" fmla="val 12500"/>
            </a:avLst>
          </a:prstGeom>
          <a:solidFill>
            <a:srgbClr val="F0F7FF">
              <a:alpha val="100000"/>
            </a:srgbClr>
          </a:solidFill>
          <a:ln w="25400" cap="flat" cmpd="sng">
            <a:solidFill>
              <a:srgbClr val="40A4DF">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txBox="1"/>
          <p:nvPr/>
        </p:nvSpPr>
        <p:spPr>
          <a:xfrm>
            <a:off x="6032500" y="2476500"/>
            <a:ext cx="1397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0F203F"/>
                </a:solidFill>
                <a:latin typeface="Noto Sans SC"/>
                <a:ea typeface="Noto Sans SC"/>
                <a:cs typeface="Noto Sans SC"/>
                <a:sym typeface="Noto Sans SC"/>
              </a:rPr>
              <a:t>LLM 生成</a:t>
            </a:r>
            <a:br>
              <a:rPr lang="en-US" sz="1300" b="1" i="0" u="none" strike="noStrike">
                <a:solidFill>
                  <a:srgbClr val="0F203F"/>
                </a:solidFill>
                <a:latin typeface="Noto Sans SC"/>
                <a:ea typeface="Noto Sans SC"/>
                <a:cs typeface="Noto Sans SC"/>
                <a:sym typeface="Noto Sans SC"/>
              </a:rPr>
            </a:br>
            <a:r>
              <a:rPr lang="en-US" sz="1300" b="1" i="0" u="none" strike="noStrike">
                <a:solidFill>
                  <a:srgbClr val="0F203F"/>
                </a:solidFill>
                <a:latin typeface="Noto Sans SC"/>
                <a:ea typeface="Noto Sans SC"/>
                <a:cs typeface="Noto Sans SC"/>
                <a:sym typeface="Noto Sans SC"/>
              </a:rPr>
              <a:t>/合成</a:t>
            </a:r>
            <a:endParaRPr lang="en-US" sz="1100"/>
          </a:p>
        </p:txBody>
      </p:sp>
      <p:cxnSp>
        <p:nvCxnSpPr>
          <p:cNvPr id="17" name="Connector 17"/>
          <p:cNvCxnSpPr/>
          <p:nvPr/>
        </p:nvCxnSpPr>
        <p:spPr>
          <a:xfrm rot="-137436">
            <a:off x="7493127" y="2787650"/>
            <a:ext cx="3175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triangle" w="lg" len="lg"/>
          </a:ln>
        </p:spPr>
      </p:cxnSp>
      <p:sp>
        <p:nvSpPr>
          <p:cNvPr id="18" name="AutoShape 18"/>
          <p:cNvSpPr/>
          <p:nvPr/>
        </p:nvSpPr>
        <p:spPr>
          <a:xfrm>
            <a:off x="7874000" y="2286000"/>
            <a:ext cx="1016000" cy="1016000"/>
          </a:xfrm>
          <a:prstGeom prst="roundRect">
            <a:avLst>
              <a:gd name="adj" fmla="val 1250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txBox="1"/>
          <p:nvPr/>
        </p:nvSpPr>
        <p:spPr>
          <a:xfrm>
            <a:off x="7874000" y="2476500"/>
            <a:ext cx="1016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FFFFFF"/>
                </a:solidFill>
                <a:latin typeface="Noto Sans SC"/>
                <a:ea typeface="Noto Sans SC"/>
                <a:cs typeface="Noto Sans SC"/>
                <a:sym typeface="Noto Sans SC"/>
              </a:rPr>
              <a:t>带引用</a:t>
            </a:r>
            <a:br>
              <a:rPr lang="en-US" sz="1300" b="1" i="0" u="none" strike="noStrike">
                <a:solidFill>
                  <a:srgbClr val="FFFFFF"/>
                </a:solidFill>
                <a:latin typeface="Noto Sans SC"/>
                <a:ea typeface="Noto Sans SC"/>
                <a:cs typeface="Noto Sans SC"/>
                <a:sym typeface="Noto Sans SC"/>
              </a:rPr>
            </a:br>
            <a:r>
              <a:rPr lang="en-US" sz="1300" b="1" i="0" u="none" strike="noStrike">
                <a:solidFill>
                  <a:srgbClr val="FFFFFF"/>
                </a:solidFill>
                <a:latin typeface="Noto Sans SC"/>
                <a:ea typeface="Noto Sans SC"/>
                <a:cs typeface="Noto Sans SC"/>
                <a:sym typeface="Noto Sans SC"/>
              </a:rPr>
              <a:t>回答</a:t>
            </a:r>
            <a:endParaRPr lang="en-US" sz="1100"/>
          </a:p>
        </p:txBody>
      </p:sp>
      <p:sp>
        <p:nvSpPr>
          <p:cNvPr id="20" name="AutoShape 20"/>
          <p:cNvSpPr txBox="1"/>
          <p:nvPr/>
        </p:nvSpPr>
        <p:spPr>
          <a:xfrm>
            <a:off x="762000" y="3937000"/>
            <a:ext cx="7874000" cy="762000"/>
          </a:xfrm>
          <a:prstGeom prst="rect">
            <a:avLst/>
          </a:prstGeom>
          <a:noFill/>
          <a:ln w="9525"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505A64"/>
                </a:solidFill>
                <a:latin typeface="Noto Sans SC"/>
                <a:ea typeface="Noto Sans SC"/>
                <a:cs typeface="Noto Sans SC"/>
                <a:sym typeface="Noto Sans SC"/>
              </a:rPr>
              <a:t>R1规则的双保险机制：代码层面强制先调用检索工具，再将检索到的上下文和页码一起注入给LLM，最后生成带引用的回答，确保回答完全基于教材内容。</a:t>
            </a:r>
            <a:endParaRPr lang="en-US" sz="1100"/>
          </a:p>
        </p:txBody>
      </p:sp>
      <p:sp>
        <p:nvSpPr>
          <p:cNvPr id="21" name="AutoShape 21"/>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10</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十、拓展挑战 ①：可视化界面（CLI）</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3302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50000"/>
              </a:lnSpc>
              <a:buClr>
                <a:srgbClr val="0F203F"/>
              </a:buClr>
              <a:buFont typeface="Arial"/>
              <a:buChar char="•"/>
              <a:defRPr/>
            </a:pPr>
            <a:r>
              <a:rPr lang="en-US" sz="1600" b="1" i="0" u="none" strike="noStrike">
                <a:solidFill>
                  <a:srgbClr val="0F203F"/>
                </a:solidFill>
                <a:latin typeface="Noto Sans SC"/>
                <a:ea typeface="Noto Sans SC"/>
                <a:cs typeface="Noto Sans SC"/>
                <a:sym typeface="Noto Sans SC"/>
              </a:rPr>
              <a:t>交互方式</a:t>
            </a:r>
            <a:r>
              <a:rPr lang="en-US" sz="1600" b="0" i="0" u="none" strike="noStrike">
                <a:solidFill>
                  <a:srgbClr val="323232"/>
                </a:solidFill>
                <a:latin typeface="Noto Sans SC"/>
                <a:ea typeface="Noto Sans SC"/>
                <a:cs typeface="Noto Sans SC"/>
                <a:sym typeface="Noto Sans SC"/>
              </a:rPr>
              <a:t>：命令行交互式问答，零前端依赖、零额外包</a:t>
            </a:r>
            <a:endParaRPr lang="en-US" sz="1100"/>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实时展示</a:t>
            </a:r>
            <a:r>
              <a:rPr lang="en-US" sz="1600" b="0" i="0" u="none" strike="noStrike">
                <a:solidFill>
                  <a:srgbClr val="323232"/>
                </a:solidFill>
                <a:latin typeface="Noto Sans SC"/>
                <a:ea typeface="Noto Sans SC"/>
                <a:cs typeface="Noto Sans SC"/>
                <a:sym typeface="Noto Sans SC"/>
              </a:rPr>
              <a:t>：检索过程可见，命中条数 + 引用 + 章节</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内置命令</a:t>
            </a:r>
            <a:r>
              <a:rPr lang="en-US" sz="1600" b="0" i="0" u="none" strike="noStrike">
                <a:solidFill>
                  <a:srgbClr val="323232"/>
                </a:solidFill>
                <a:latin typeface="Noto Sans SC"/>
                <a:ea typeface="Noto Sans SC"/>
                <a:cs typeface="Noto Sans SC"/>
                <a:sym typeface="Noto Sans SC"/>
              </a:rPr>
              <a:t>：/search 仅检索、/clear 清空历史、/quit 退出</a:t>
            </a:r>
          </a:p>
          <a:p>
            <a:pPr marL="203200" indent="-203200" algn="l">
              <a:lnSpc>
                <a:spcPct val="150000"/>
              </a:lnSpc>
              <a:buClr>
                <a:srgbClr val="40A4DF"/>
              </a:buClr>
              <a:buFont typeface="Arial"/>
              <a:buChar char="•"/>
            </a:pPr>
            <a:r>
              <a:rPr lang="en-US" sz="1600" b="1" i="0" u="none" strike="noStrike">
                <a:solidFill>
                  <a:srgbClr val="40A4DF"/>
                </a:solidFill>
                <a:latin typeface="Noto Sans SC"/>
                <a:ea typeface="Noto Sans SC"/>
                <a:cs typeface="Noto Sans SC"/>
                <a:sym typeface="Noto Sans SC"/>
              </a:rPr>
              <a:t>价值</a:t>
            </a:r>
            <a:r>
              <a:rPr lang="en-US" sz="1600" b="0" i="0" u="none" strike="noStrike">
                <a:solidFill>
                  <a:srgbClr val="323232"/>
                </a:solidFill>
                <a:latin typeface="Noto Sans SC"/>
                <a:ea typeface="Noto Sans SC"/>
                <a:cs typeface="Noto Sans SC"/>
                <a:sym typeface="Noto Sans SC"/>
              </a:rPr>
              <a:t>：无需搭服务器即可课堂演示完整 RAG 行为</a:t>
            </a:r>
          </a:p>
        </p:txBody>
      </p:sp>
      <p:sp>
        <p:nvSpPr>
          <p:cNvPr id="7" name="AutoShape 7"/>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11</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十一、拓展挑战 ②：多轮对话（指代消解）</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2794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50000"/>
              </a:lnSpc>
              <a:buClr>
                <a:srgbClr val="0F203F"/>
              </a:buClr>
              <a:buFont typeface="Arial"/>
              <a:buChar char="•"/>
              <a:defRPr/>
            </a:pPr>
            <a:r>
              <a:rPr lang="en-US" sz="1600" b="1" i="0" u="none" strike="noStrike">
                <a:solidFill>
                  <a:srgbClr val="0F203F"/>
                </a:solidFill>
                <a:latin typeface="Noto Sans SC"/>
                <a:ea typeface="Noto Sans SC"/>
                <a:cs typeface="Noto Sans SC"/>
                <a:sym typeface="Noto Sans SC"/>
              </a:rPr>
              <a:t>对话历史</a:t>
            </a:r>
            <a:r>
              <a:rPr lang="en-US" sz="1600" b="0" i="0" u="none" strike="noStrike">
                <a:solidFill>
                  <a:srgbClr val="323232"/>
                </a:solidFill>
                <a:latin typeface="Noto Sans SC"/>
                <a:ea typeface="Noto Sans SC"/>
                <a:cs typeface="Noto Sans SC"/>
                <a:sym typeface="Noto Sans SC"/>
              </a:rPr>
              <a:t>：维护上下文，理解"它 / 该 / 上述"等指代</a:t>
            </a:r>
            <a:endParaRPr lang="en-US" sz="1100"/>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查询扩展</a:t>
            </a:r>
            <a:r>
              <a:rPr lang="en-US" sz="1600" b="0" i="0" u="none" strike="noStrike">
                <a:solidFill>
                  <a:srgbClr val="323232"/>
                </a:solidFill>
                <a:latin typeface="Noto Sans SC"/>
                <a:ea typeface="Noto Sans SC"/>
                <a:cs typeface="Noto Sans SC"/>
                <a:sym typeface="Noto Sans SC"/>
              </a:rPr>
              <a:t>：检测到指代时，用上一轮问题扩展检索查询</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LLM注入</a:t>
            </a:r>
            <a:r>
              <a:rPr lang="en-US" sz="1600" b="0" i="0" u="none" strike="noStrike">
                <a:solidFill>
                  <a:srgbClr val="323232"/>
                </a:solidFill>
                <a:latin typeface="Noto Sans SC"/>
                <a:ea typeface="Noto Sans SC"/>
                <a:cs typeface="Noto Sans SC"/>
                <a:sym typeface="Noto Sans SC"/>
              </a:rPr>
              <a:t>：历史同时注入给 LLM，正确解析指代关系</a:t>
            </a:r>
          </a:p>
        </p:txBody>
      </p:sp>
      <p:sp>
        <p:nvSpPr>
          <p:cNvPr id="7" name="AutoShape 7"/>
          <p:cNvSpPr/>
          <p:nvPr/>
        </p:nvSpPr>
        <p:spPr>
          <a:xfrm>
            <a:off x="762000" y="3810000"/>
            <a:ext cx="7620000" cy="698500"/>
          </a:xfrm>
          <a:prstGeom prst="roundRect">
            <a:avLst>
              <a:gd name="adj" fmla="val 14545"/>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txBox="1"/>
          <p:nvPr/>
        </p:nvSpPr>
        <p:spPr>
          <a:xfrm>
            <a:off x="1016000" y="3937000"/>
            <a:ext cx="7112000" cy="508000"/>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0F203F"/>
                </a:solidFill>
                <a:latin typeface="Noto Sans SC"/>
                <a:ea typeface="Noto Sans SC"/>
                <a:cs typeface="Noto Sans SC"/>
                <a:sym typeface="Noto Sans SC"/>
              </a:rPr>
              <a:t>示例：</a:t>
            </a:r>
            <a:r>
              <a:rPr lang="en-US" sz="1400" b="0" i="0" u="none" strike="noStrike">
                <a:solidFill>
                  <a:srgbClr val="0F203F"/>
                </a:solidFill>
                <a:latin typeface="Noto Sans SC"/>
                <a:ea typeface="Noto Sans SC"/>
                <a:cs typeface="Noto Sans SC"/>
                <a:sym typeface="Noto Sans SC"/>
              </a:rPr>
              <a:t>先问"进程同步"，再问"它有哪些经典问题？"→ 系统自动理解"它"指进程同步，命中正确章节</a:t>
            </a:r>
            <a:endParaRPr lang="en-US" sz="1100"/>
          </a:p>
        </p:txBody>
      </p:sp>
      <p:sp>
        <p:nvSpPr>
          <p:cNvPr id="9" name="AutoShape 9"/>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12</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十二、测试验证（成员 C）</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7874000" cy="2794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50000"/>
              </a:lnSpc>
              <a:buClr>
                <a:srgbClr val="0F203F"/>
              </a:buClr>
              <a:buFont typeface="Arial"/>
              <a:buChar char="•"/>
              <a:defRPr/>
            </a:pPr>
            <a:r>
              <a:rPr lang="en-US" sz="1600" b="1" i="0" u="none" strike="noStrike">
                <a:solidFill>
                  <a:srgbClr val="0F203F"/>
                </a:solidFill>
                <a:latin typeface="Noto Sans SC"/>
                <a:ea typeface="Noto Sans SC"/>
                <a:cs typeface="Noto Sans SC"/>
                <a:sym typeface="Noto Sans SC"/>
              </a:rPr>
              <a:t>验证方式</a:t>
            </a:r>
            <a:r>
              <a:rPr lang="en-US" sz="1600" b="0" i="0" u="none" strike="noStrike">
                <a:solidFill>
                  <a:srgbClr val="323232"/>
                </a:solidFill>
                <a:latin typeface="Noto Sans SC"/>
                <a:ea typeface="Noto Sans SC"/>
                <a:cs typeface="Noto Sans SC"/>
                <a:sym typeface="Noto Sans SC"/>
              </a:rPr>
              <a:t>：≥3 个问答案例逐条验证 R1~R6 规则</a:t>
            </a:r>
            <a:endParaRPr lang="en-US" sz="1100"/>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覆盖范围</a:t>
            </a:r>
            <a:r>
              <a:rPr lang="en-US" sz="1600" b="0" i="0" u="none" strike="noStrike">
                <a:solidFill>
                  <a:srgbClr val="323232"/>
                </a:solidFill>
                <a:latin typeface="Noto Sans SC"/>
                <a:ea typeface="Noto Sans SC"/>
                <a:cs typeface="Noto Sans SC"/>
                <a:sym typeface="Noto Sans SC"/>
              </a:rPr>
              <a:t>：死锁预防、页面置换、进程 vs 线程（教材内问题）</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超纲测试</a:t>
            </a:r>
            <a:r>
              <a:rPr lang="en-US" sz="1600" b="0" i="0" u="none" strike="noStrike">
                <a:solidFill>
                  <a:srgbClr val="323232"/>
                </a:solidFill>
                <a:latin typeface="Noto Sans SC"/>
                <a:ea typeface="Noto Sans SC"/>
                <a:cs typeface="Noto Sans SC"/>
                <a:sym typeface="Noto Sans SC"/>
              </a:rPr>
              <a:t>：Kafka 配置等超纲问题 → 验证 R5 诚实拒答</a:t>
            </a:r>
          </a:p>
          <a:p>
            <a:pPr marL="203200" indent="-203200" algn="l">
              <a:lnSpc>
                <a:spcPct val="150000"/>
              </a:lnSpc>
              <a:buClr>
                <a:srgbClr val="0F203F"/>
              </a:buClr>
              <a:buFont typeface="Arial"/>
              <a:buChar char="•"/>
            </a:pPr>
            <a:r>
              <a:rPr lang="en-US" sz="1600" b="1" i="0" u="none" strike="noStrike">
                <a:solidFill>
                  <a:srgbClr val="0F203F"/>
                </a:solidFill>
                <a:latin typeface="Noto Sans SC"/>
                <a:ea typeface="Noto Sans SC"/>
                <a:cs typeface="Noto Sans SC"/>
                <a:sym typeface="Noto Sans SC"/>
              </a:rPr>
              <a:t>拓展测试</a:t>
            </a:r>
            <a:r>
              <a:rPr lang="en-US" sz="1600" b="0" i="0" u="none" strike="noStrike">
                <a:solidFill>
                  <a:srgbClr val="323232"/>
                </a:solidFill>
                <a:latin typeface="Noto Sans SC"/>
                <a:ea typeface="Noto Sans SC"/>
                <a:cs typeface="Noto Sans SC"/>
                <a:sym typeface="Noto Sans SC"/>
              </a:rPr>
              <a:t>：多轮指代案例 → 验证多轮对话功能</a:t>
            </a:r>
          </a:p>
        </p:txBody>
      </p:sp>
      <p:sp>
        <p:nvSpPr>
          <p:cNvPr id="7" name="AutoShape 7"/>
          <p:cNvSpPr/>
          <p:nvPr/>
        </p:nvSpPr>
        <p:spPr>
          <a:xfrm>
            <a:off x="762000" y="3810000"/>
            <a:ext cx="7620000" cy="698500"/>
          </a:xfrm>
          <a:prstGeom prst="roundRect">
            <a:avLst>
              <a:gd name="adj" fmla="val 14545"/>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txBox="1"/>
          <p:nvPr/>
        </p:nvSpPr>
        <p:spPr>
          <a:xfrm>
            <a:off x="1016000" y="3962400"/>
            <a:ext cx="7112000" cy="4445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a:ea typeface="Noto Sans SC"/>
                <a:cs typeface="Noto Sans SC"/>
                <a:sym typeface="Noto Sans SC"/>
              </a:rPr>
              <a:t>测试结论：R1 / R3 / R5 / R6 硬性约束全部满足</a:t>
            </a:r>
            <a:endParaRPr lang="en-US" sz="1100"/>
          </a:p>
        </p:txBody>
      </p:sp>
      <p:sp>
        <p:nvSpPr>
          <p:cNvPr id="9" name="AutoShape 9"/>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13</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十三、交付物清单</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txBox="1"/>
          <p:nvPr/>
        </p:nvSpPr>
        <p:spPr>
          <a:xfrm>
            <a:off x="762000" y="1397000"/>
            <a:ext cx="3810000" cy="3302000"/>
          </a:xfrm>
          <a:prstGeom prst="rect">
            <a:avLst/>
          </a:prstGeom>
          <a:noFill/>
          <a:ln w="9525" cap="flat" cmpd="sng">
            <a:noFill/>
            <a:prstDash val="solid"/>
            <a:round/>
          </a:ln>
        </p:spPr>
        <p:txBody>
          <a:bodyPr vert="horz" wrap="square" lIns="0" tIns="0" rIns="0" bIns="0" rtlCol="0" anchor="ctr" anchorCtr="0"/>
          <a:lstStyle/>
          <a:p>
            <a:pPr marL="0" indent="0" algn="l">
              <a:lnSpc>
                <a:spcPct val="166666"/>
              </a:lnSpc>
              <a:defRPr/>
            </a:pPr>
            <a:r>
              <a:rPr lang="en-US" sz="1400" b="1" i="0" u="none" strike="noStrike">
                <a:solidFill>
                  <a:srgbClr val="40A4DF"/>
                </a:solidFill>
                <a:latin typeface="Noto Sans SC"/>
                <a:ea typeface="Noto Sans SC"/>
                <a:cs typeface="Noto Sans SC"/>
                <a:sym typeface="Noto Sans SC"/>
              </a:rPr>
              <a:t>① 知识库</a:t>
            </a:r>
            <a:endParaRPr lang="en-US" sz="1100"/>
          </a:p>
          <a:p>
            <a:pPr marL="0" indent="0" algn="l">
              <a:lnSpc>
                <a:spcPct val="166666"/>
              </a:lnSpc>
            </a:pPr>
            <a:r>
              <a:rPr lang="en-US" sz="1400" b="0" i="0" u="none" strike="noStrike">
                <a:solidFill>
                  <a:srgbClr val="323232"/>
                </a:solidFill>
                <a:latin typeface="Noto Sans SC"/>
                <a:ea typeface="Noto Sans SC"/>
                <a:cs typeface="Noto Sans SC"/>
                <a:sym typeface="Noto Sans SC"/>
              </a:rPr>
              <a:t>　　knowledge_base.db + build_kb.py</a:t>
            </a:r>
          </a:p>
          <a:p>
            <a:pPr marL="0" indent="0" algn="l">
              <a:lnSpc>
                <a:spcPct val="166666"/>
              </a:lnSpc>
            </a:pPr>
            <a:r>
              <a:rPr lang="en-US" sz="1400" b="1" i="0" u="none" strike="noStrike">
                <a:solidFill>
                  <a:srgbClr val="40A4DF"/>
                </a:solidFill>
                <a:latin typeface="Noto Sans SC"/>
                <a:ea typeface="Noto Sans SC"/>
                <a:cs typeface="Noto Sans SC"/>
                <a:sym typeface="Noto Sans SC"/>
              </a:rPr>
              <a:t>② 检索工具</a:t>
            </a:r>
          </a:p>
          <a:p>
            <a:pPr marL="0" indent="0" algn="l">
              <a:lnSpc>
                <a:spcPct val="166666"/>
              </a:lnSpc>
            </a:pPr>
            <a:r>
              <a:rPr lang="en-US" sz="1400" b="0" i="0" u="none" strike="noStrike">
                <a:solidFill>
                  <a:srgbClr val="323232"/>
                </a:solidFill>
                <a:latin typeface="Noto Sans SC"/>
                <a:ea typeface="Noto Sans SC"/>
                <a:cs typeface="Noto Sans SC"/>
                <a:sym typeface="Noto Sans SC"/>
              </a:rPr>
              <a:t>　　retrieval.py（knowledge_search）</a:t>
            </a:r>
          </a:p>
          <a:p>
            <a:pPr marL="0" indent="0" algn="l">
              <a:lnSpc>
                <a:spcPct val="166666"/>
              </a:lnSpc>
            </a:pPr>
            <a:r>
              <a:rPr lang="en-US" sz="1400" b="1" i="0" u="none" strike="noStrike">
                <a:solidFill>
                  <a:srgbClr val="40A4DF"/>
                </a:solidFill>
                <a:latin typeface="Noto Sans SC"/>
                <a:ea typeface="Noto Sans SC"/>
                <a:cs typeface="Noto Sans SC"/>
                <a:sym typeface="Noto Sans SC"/>
              </a:rPr>
              <a:t>③ 系统提示词</a:t>
            </a:r>
          </a:p>
          <a:p>
            <a:pPr marL="0" indent="0" algn="l">
              <a:lnSpc>
                <a:spcPct val="166666"/>
              </a:lnSpc>
            </a:pPr>
            <a:r>
              <a:rPr lang="en-US" sz="1400" b="0" i="0" u="none" strike="noStrike">
                <a:solidFill>
                  <a:srgbClr val="323232"/>
                </a:solidFill>
                <a:latin typeface="Noto Sans SC"/>
                <a:ea typeface="Noto Sans SC"/>
                <a:cs typeface="Noto Sans SC"/>
                <a:sym typeface="Noto Sans SC"/>
              </a:rPr>
              <a:t>　　system_prompt.txt + prompt_design.md</a:t>
            </a:r>
          </a:p>
          <a:p>
            <a:pPr marL="0" indent="0" algn="l">
              <a:lnSpc>
                <a:spcPct val="166666"/>
              </a:lnSpc>
            </a:pPr>
            <a:r>
              <a:rPr lang="en-US" sz="1400" b="1" i="0" u="none" strike="noStrike">
                <a:solidFill>
                  <a:srgbClr val="40A4DF"/>
                </a:solidFill>
                <a:latin typeface="Noto Sans SC"/>
                <a:ea typeface="Noto Sans SC"/>
                <a:cs typeface="Noto Sans SC"/>
                <a:sym typeface="Noto Sans SC"/>
              </a:rPr>
              <a:t>④ 智能体配置</a:t>
            </a:r>
          </a:p>
          <a:p>
            <a:pPr marL="0" indent="0" algn="l">
              <a:lnSpc>
                <a:spcPct val="166666"/>
              </a:lnSpc>
            </a:pPr>
            <a:r>
              <a:rPr lang="en-US" sz="1400" b="0" i="0" u="none" strike="noStrike">
                <a:solidFill>
                  <a:srgbClr val="323232"/>
                </a:solidFill>
                <a:latin typeface="Noto Sans SC"/>
                <a:ea typeface="Noto Sans SC"/>
                <a:cs typeface="Noto Sans SC"/>
                <a:sym typeface="Noto Sans SC"/>
              </a:rPr>
              <a:t>　　agent_config.json + qa_system.py</a:t>
            </a:r>
          </a:p>
        </p:txBody>
      </p:sp>
      <p:sp>
        <p:nvSpPr>
          <p:cNvPr id="7" name="AutoShape 7"/>
          <p:cNvSpPr txBox="1"/>
          <p:nvPr/>
        </p:nvSpPr>
        <p:spPr>
          <a:xfrm>
            <a:off x="4826000" y="1397000"/>
            <a:ext cx="3810000" cy="3302000"/>
          </a:xfrm>
          <a:prstGeom prst="rect">
            <a:avLst/>
          </a:prstGeom>
          <a:noFill/>
          <a:ln w="9525" cap="flat" cmpd="sng">
            <a:noFill/>
            <a:prstDash val="solid"/>
            <a:round/>
          </a:ln>
        </p:spPr>
        <p:txBody>
          <a:bodyPr vert="horz" wrap="square" lIns="0" tIns="0" rIns="0" bIns="0" rtlCol="0" anchor="ctr" anchorCtr="0"/>
          <a:lstStyle/>
          <a:p>
            <a:pPr marL="0" indent="0" algn="l">
              <a:lnSpc>
                <a:spcPct val="166666"/>
              </a:lnSpc>
              <a:defRPr/>
            </a:pPr>
            <a:r>
              <a:rPr lang="en-US" sz="1400" b="1" i="0" u="none" strike="noStrike">
                <a:solidFill>
                  <a:srgbClr val="40A4DF"/>
                </a:solidFill>
                <a:latin typeface="Noto Sans SC"/>
                <a:ea typeface="Noto Sans SC"/>
                <a:cs typeface="Noto Sans SC"/>
                <a:sym typeface="Noto Sans SC"/>
              </a:rPr>
              <a:t>⑤ 测试报告</a:t>
            </a:r>
            <a:endParaRPr lang="en-US" sz="1100"/>
          </a:p>
          <a:p>
            <a:pPr marL="0" indent="0" algn="l">
              <a:lnSpc>
                <a:spcPct val="166666"/>
              </a:lnSpc>
            </a:pPr>
            <a:r>
              <a:rPr lang="en-US" sz="1400" b="0" i="0" u="none" strike="noStrike">
                <a:solidFill>
                  <a:srgbClr val="323232"/>
                </a:solidFill>
                <a:latin typeface="Noto Sans SC"/>
                <a:ea typeface="Noto Sans SC"/>
                <a:cs typeface="Noto Sans SC"/>
                <a:sym typeface="Noto Sans SC"/>
              </a:rPr>
              <a:t>　　docs/test_report.docx</a:t>
            </a:r>
          </a:p>
          <a:p>
            <a:pPr marL="0" indent="0" algn="l">
              <a:lnSpc>
                <a:spcPct val="166666"/>
              </a:lnSpc>
            </a:pPr>
            <a:r>
              <a:rPr lang="en-US" sz="1400" b="1" i="0" u="none" strike="noStrike">
                <a:solidFill>
                  <a:srgbClr val="40A4DF"/>
                </a:solidFill>
                <a:latin typeface="Noto Sans SC"/>
                <a:ea typeface="Noto Sans SC"/>
                <a:cs typeface="Noto Sans SC"/>
                <a:sym typeface="Noto Sans SC"/>
              </a:rPr>
              <a:t>⑥ 实施过程 PPT</a:t>
            </a:r>
          </a:p>
          <a:p>
            <a:pPr marL="0" indent="0" algn="l">
              <a:lnSpc>
                <a:spcPct val="166666"/>
              </a:lnSpc>
            </a:pPr>
            <a:r>
              <a:rPr lang="en-US" sz="1400" b="0" i="0" u="none" strike="noStrike">
                <a:solidFill>
                  <a:srgbClr val="323232"/>
                </a:solidFill>
                <a:latin typeface="Noto Sans SC"/>
                <a:ea typeface="Noto Sans SC"/>
                <a:cs typeface="Noto Sans SC"/>
                <a:sym typeface="Noto Sans SC"/>
              </a:rPr>
              <a:t>　　本文件</a:t>
            </a:r>
          </a:p>
          <a:p>
            <a:pPr marL="0" indent="0" algn="l">
              <a:lnSpc>
                <a:spcPct val="166666"/>
              </a:lnSpc>
            </a:pPr>
            <a:r>
              <a:rPr lang="en-US" sz="1400" b="1" i="0" u="none" strike="noStrike">
                <a:solidFill>
                  <a:srgbClr val="40A4DF"/>
                </a:solidFill>
                <a:latin typeface="Noto Sans SC"/>
                <a:ea typeface="Noto Sans SC"/>
                <a:cs typeface="Noto Sans SC"/>
                <a:sym typeface="Noto Sans SC"/>
              </a:rPr>
              <a:t>⑦ 小组分工说明</a:t>
            </a:r>
          </a:p>
          <a:p>
            <a:pPr marL="0" indent="0" algn="l">
              <a:lnSpc>
                <a:spcPct val="166666"/>
              </a:lnSpc>
            </a:pPr>
            <a:r>
              <a:rPr lang="en-US" sz="1400" b="0" i="0" u="none" strike="noStrike">
                <a:solidFill>
                  <a:srgbClr val="323232"/>
                </a:solidFill>
                <a:latin typeface="Noto Sans SC"/>
                <a:ea typeface="Noto Sans SC"/>
                <a:cs typeface="Noto Sans SC"/>
                <a:sym typeface="Noto Sans SC"/>
              </a:rPr>
              <a:t>　　docs/division.md</a:t>
            </a:r>
          </a:p>
        </p:txBody>
      </p:sp>
      <p:sp>
        <p:nvSpPr>
          <p:cNvPr id="8" name="AutoShape 8"/>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14</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08000" y="444500"/>
            <a:ext cx="76200" cy="4064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txBox="1"/>
          <p:nvPr/>
        </p:nvSpPr>
        <p:spPr>
          <a:xfrm>
            <a:off x="762000" y="381000"/>
            <a:ext cx="7874000" cy="5334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203F"/>
                </a:solidFill>
                <a:latin typeface="Noto Sans SC"/>
                <a:ea typeface="Noto Sans SC"/>
                <a:cs typeface="Noto Sans SC"/>
                <a:sym typeface="Noto Sans SC"/>
              </a:rPr>
              <a:t>十四、小组分工（成员 A~D）</a:t>
            </a:r>
            <a:endParaRPr lang="en-US" sz="1100"/>
          </a:p>
        </p:txBody>
      </p:sp>
      <p:cxnSp>
        <p:nvCxnSpPr>
          <p:cNvPr id="5" name="Connector 5"/>
          <p:cNvCxnSpPr/>
          <p:nvPr/>
        </p:nvCxnSpPr>
        <p:spPr>
          <a:xfrm rot="-5371">
            <a:off x="508005" y="1009650"/>
            <a:ext cx="8128000" cy="12700"/>
          </a:xfrm>
          <a:prstGeom prst="straightConnector1">
            <a:avLst/>
          </a:prstGeom>
          <a:solidFill>
            <a:srgbClr val="DEE0E3">
              <a:alpha val="100000"/>
            </a:srgbClr>
          </a:solidFill>
          <a:ln w="12700" cap="flat" cmpd="sng">
            <a:solidFill>
              <a:srgbClr val="DCE6F0">
                <a:alpha val="100000"/>
              </a:srgbClr>
            </a:solidFill>
            <a:prstDash val="solid"/>
            <a:round/>
            <a:headEnd type="none" w="med" len="med"/>
            <a:tailEnd type="none" w="med" len="med"/>
          </a:ln>
        </p:spPr>
      </p:cxnSp>
      <p:sp>
        <p:nvSpPr>
          <p:cNvPr id="6" name="AutoShape 6"/>
          <p:cNvSpPr/>
          <p:nvPr/>
        </p:nvSpPr>
        <p:spPr>
          <a:xfrm>
            <a:off x="508000" y="1524000"/>
            <a:ext cx="1905000" cy="2540000"/>
          </a:xfrm>
          <a:prstGeom prst="roundRect">
            <a:avLst>
              <a:gd name="adj" fmla="val 6666"/>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txBox="1"/>
          <p:nvPr/>
        </p:nvSpPr>
        <p:spPr>
          <a:xfrm>
            <a:off x="508000" y="1778000"/>
            <a:ext cx="1905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F203F"/>
                </a:solidFill>
                <a:latin typeface="Noto Sans SC"/>
                <a:ea typeface="Noto Sans SC"/>
                <a:cs typeface="Noto Sans SC"/>
                <a:sym typeface="Noto Sans SC"/>
              </a:rPr>
              <a:t>成员 A</a:t>
            </a:r>
            <a:endParaRPr lang="en-US" sz="1100"/>
          </a:p>
        </p:txBody>
      </p:sp>
      <p:sp>
        <p:nvSpPr>
          <p:cNvPr id="8" name="AutoShape 8"/>
          <p:cNvSpPr txBox="1"/>
          <p:nvPr/>
        </p:nvSpPr>
        <p:spPr>
          <a:xfrm>
            <a:off x="635000" y="2286000"/>
            <a:ext cx="1651000" cy="1524000"/>
          </a:xfrm>
          <a:prstGeom prst="rect">
            <a:avLst/>
          </a:prstGeom>
          <a:noFill/>
          <a:ln w="9525" cap="flat" cmpd="sng">
            <a:noFill/>
            <a:prstDash val="solid"/>
            <a:round/>
          </a:ln>
        </p:spPr>
        <p:txBody>
          <a:bodyPr vert="horz" wrap="square" lIns="0" tIns="0" rIns="0" bIns="0" rtlCol="0" anchor="ctr" anchorCtr="0"/>
          <a:lstStyle/>
          <a:p>
            <a:pPr marL="0" indent="0" algn="l">
              <a:lnSpc>
                <a:spcPct val="133333"/>
              </a:lnSpc>
              <a:defRPr/>
            </a:pPr>
            <a:r>
              <a:rPr lang="en-US" sz="1200" b="0" i="0" u="none" strike="noStrike">
                <a:solidFill>
                  <a:srgbClr val="505A64"/>
                </a:solidFill>
                <a:latin typeface="Noto Sans SC"/>
                <a:ea typeface="Noto Sans SC"/>
                <a:cs typeface="Noto Sans SC"/>
                <a:sym typeface="Noto Sans SC"/>
              </a:rPr>
              <a:t>知识库构建</a:t>
            </a:r>
            <a:endParaRPr lang="en-US" sz="1100"/>
          </a:p>
          <a:p>
            <a:pPr marL="0" indent="0" algn="l">
              <a:lnSpc>
                <a:spcPct val="133333"/>
              </a:lnSpc>
            </a:pPr>
            <a:r>
              <a:rPr lang="en-US" sz="1200" b="0" i="0" u="none" strike="noStrike">
                <a:solidFill>
                  <a:srgbClr val="505A64"/>
                </a:solidFill>
                <a:latin typeface="Noto Sans SC"/>
                <a:ea typeface="Noto Sans SC"/>
                <a:cs typeface="Noto Sans SC"/>
                <a:sym typeface="Noto Sans SC"/>
              </a:rPr>
              <a:t>· PDF(OCR)提取</a:t>
            </a:r>
          </a:p>
          <a:p>
            <a:pPr marL="0" indent="0" algn="l">
              <a:lnSpc>
                <a:spcPct val="133333"/>
              </a:lnSpc>
            </a:pPr>
            <a:r>
              <a:rPr lang="en-US" sz="1200" b="0" i="0" u="none" strike="noStrike">
                <a:solidFill>
                  <a:srgbClr val="505A64"/>
                </a:solidFill>
                <a:latin typeface="Noto Sans SC"/>
                <a:ea typeface="Noto Sans SC"/>
                <a:cs typeface="Noto Sans SC"/>
                <a:sym typeface="Noto Sans SC"/>
              </a:rPr>
              <a:t>· 章节检测</a:t>
            </a:r>
          </a:p>
          <a:p>
            <a:pPr marL="0" indent="0" algn="l">
              <a:lnSpc>
                <a:spcPct val="133333"/>
              </a:lnSpc>
            </a:pPr>
            <a:r>
              <a:rPr lang="en-US" sz="1200" b="0" i="0" u="none" strike="noStrike">
                <a:solidFill>
                  <a:srgbClr val="505A64"/>
                </a:solidFill>
                <a:latin typeface="Noto Sans SC"/>
                <a:ea typeface="Noto Sans SC"/>
                <a:cs typeface="Noto Sans SC"/>
                <a:sym typeface="Noto Sans SC"/>
              </a:rPr>
              <a:t>· 语义分块</a:t>
            </a:r>
          </a:p>
          <a:p>
            <a:pPr marL="0" indent="0" algn="l">
              <a:lnSpc>
                <a:spcPct val="133333"/>
              </a:lnSpc>
            </a:pPr>
            <a:r>
              <a:rPr lang="en-US" sz="1200" b="0" i="0" u="none" strike="noStrike">
                <a:solidFill>
                  <a:srgbClr val="505A64"/>
                </a:solidFill>
                <a:latin typeface="Noto Sans SC"/>
                <a:ea typeface="Noto Sans SC"/>
                <a:cs typeface="Noto Sans SC"/>
                <a:sym typeface="Noto Sans SC"/>
              </a:rPr>
              <a:t>· FTS5建库</a:t>
            </a:r>
          </a:p>
          <a:p>
            <a:pPr marL="0" indent="0" algn="l">
              <a:lnSpc>
                <a:spcPct val="133333"/>
              </a:lnSpc>
            </a:pPr>
            <a:r>
              <a:rPr lang="en-US" sz="1200" b="0" i="0" u="none" strike="noStrike">
                <a:solidFill>
                  <a:srgbClr val="505A64"/>
                </a:solidFill>
                <a:latin typeface="Noto Sans SC"/>
                <a:ea typeface="Noto Sans SC"/>
                <a:cs typeface="Noto Sans SC"/>
                <a:sym typeface="Noto Sans SC"/>
              </a:rPr>
              <a:t>· 验证</a:t>
            </a:r>
          </a:p>
        </p:txBody>
      </p:sp>
      <p:sp>
        <p:nvSpPr>
          <p:cNvPr id="9" name="AutoShape 9"/>
          <p:cNvSpPr/>
          <p:nvPr/>
        </p:nvSpPr>
        <p:spPr>
          <a:xfrm>
            <a:off x="2667000" y="1524000"/>
            <a:ext cx="1905000" cy="2540000"/>
          </a:xfrm>
          <a:prstGeom prst="roundRect">
            <a:avLst>
              <a:gd name="adj" fmla="val 6666"/>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txBox="1"/>
          <p:nvPr/>
        </p:nvSpPr>
        <p:spPr>
          <a:xfrm>
            <a:off x="2667000" y="1778000"/>
            <a:ext cx="1905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F203F"/>
                </a:solidFill>
                <a:latin typeface="Noto Sans SC"/>
                <a:ea typeface="Noto Sans SC"/>
                <a:cs typeface="Noto Sans SC"/>
                <a:sym typeface="Noto Sans SC"/>
              </a:rPr>
              <a:t>成员 B</a:t>
            </a:r>
            <a:endParaRPr lang="en-US" sz="1100"/>
          </a:p>
        </p:txBody>
      </p:sp>
      <p:sp>
        <p:nvSpPr>
          <p:cNvPr id="11" name="AutoShape 11"/>
          <p:cNvSpPr txBox="1"/>
          <p:nvPr/>
        </p:nvSpPr>
        <p:spPr>
          <a:xfrm>
            <a:off x="2794000" y="2286000"/>
            <a:ext cx="1651000" cy="1524000"/>
          </a:xfrm>
          <a:prstGeom prst="rect">
            <a:avLst/>
          </a:prstGeom>
          <a:noFill/>
          <a:ln w="9525" cap="flat" cmpd="sng">
            <a:noFill/>
            <a:prstDash val="solid"/>
            <a:round/>
          </a:ln>
        </p:spPr>
        <p:txBody>
          <a:bodyPr vert="horz" wrap="square" lIns="0" tIns="0" rIns="0" bIns="0" rtlCol="0" anchor="ctr" anchorCtr="0"/>
          <a:lstStyle/>
          <a:p>
            <a:pPr marL="0" indent="0" algn="l">
              <a:lnSpc>
                <a:spcPct val="133333"/>
              </a:lnSpc>
              <a:defRPr/>
            </a:pPr>
            <a:r>
              <a:rPr lang="en-US" sz="1200" b="0" i="0" u="none" strike="noStrike">
                <a:solidFill>
                  <a:srgbClr val="505A64"/>
                </a:solidFill>
                <a:latin typeface="Noto Sans SC"/>
                <a:ea typeface="Noto Sans SC"/>
                <a:cs typeface="Noto Sans SC"/>
                <a:sym typeface="Noto Sans SC"/>
              </a:rPr>
              <a:t>智能体配置</a:t>
            </a:r>
            <a:endParaRPr lang="en-US" sz="1100"/>
          </a:p>
          <a:p>
            <a:pPr marL="0" indent="0" algn="l">
              <a:lnSpc>
                <a:spcPct val="133333"/>
              </a:lnSpc>
            </a:pPr>
            <a:r>
              <a:rPr lang="en-US" sz="1200" b="0" i="0" u="none" strike="noStrike">
                <a:solidFill>
                  <a:srgbClr val="505A64"/>
                </a:solidFill>
                <a:latin typeface="Noto Sans SC"/>
                <a:ea typeface="Noto Sans SC"/>
                <a:cs typeface="Noto Sans SC"/>
                <a:sym typeface="Noto Sans SC"/>
              </a:rPr>
              <a:t>· knowledge_search</a:t>
            </a:r>
          </a:p>
          <a:p>
            <a:pPr marL="0" indent="0" algn="l">
              <a:lnSpc>
                <a:spcPct val="133333"/>
              </a:lnSpc>
            </a:pPr>
            <a:r>
              <a:rPr lang="en-US" sz="1200" b="0" i="0" u="none" strike="noStrike">
                <a:solidFill>
                  <a:srgbClr val="505A64"/>
                </a:solidFill>
                <a:latin typeface="Noto Sans SC"/>
                <a:ea typeface="Noto Sans SC"/>
                <a:cs typeface="Noto Sans SC"/>
                <a:sym typeface="Noto Sans SC"/>
              </a:rPr>
              <a:t>· 系统提示词设计</a:t>
            </a:r>
          </a:p>
          <a:p>
            <a:pPr marL="0" indent="0" algn="l">
              <a:lnSpc>
                <a:spcPct val="133333"/>
              </a:lnSpc>
            </a:pPr>
            <a:r>
              <a:rPr lang="en-US" sz="1200" b="0" i="0" u="none" strike="noStrike">
                <a:solidFill>
                  <a:srgbClr val="505A64"/>
                </a:solidFill>
                <a:latin typeface="Noto Sans SC"/>
                <a:ea typeface="Noto Sans SC"/>
                <a:cs typeface="Noto Sans SC"/>
                <a:sym typeface="Noto Sans SC"/>
              </a:rPr>
              <a:t>· RAG编排</a:t>
            </a:r>
          </a:p>
        </p:txBody>
      </p:sp>
      <p:sp>
        <p:nvSpPr>
          <p:cNvPr id="12" name="AutoShape 12"/>
          <p:cNvSpPr/>
          <p:nvPr/>
        </p:nvSpPr>
        <p:spPr>
          <a:xfrm>
            <a:off x="4826000" y="1524000"/>
            <a:ext cx="1905000" cy="2540000"/>
          </a:xfrm>
          <a:prstGeom prst="roundRect">
            <a:avLst>
              <a:gd name="adj" fmla="val 6666"/>
            </a:avLst>
          </a:prstGeom>
          <a:solidFill>
            <a:srgbClr val="F0F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txBox="1"/>
          <p:nvPr/>
        </p:nvSpPr>
        <p:spPr>
          <a:xfrm>
            <a:off x="4826000" y="1778000"/>
            <a:ext cx="1905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F203F"/>
                </a:solidFill>
                <a:latin typeface="Noto Sans SC"/>
                <a:ea typeface="Noto Sans SC"/>
                <a:cs typeface="Noto Sans SC"/>
                <a:sym typeface="Noto Sans SC"/>
              </a:rPr>
              <a:t>成员 C</a:t>
            </a:r>
            <a:endParaRPr lang="en-US" sz="1100"/>
          </a:p>
        </p:txBody>
      </p:sp>
      <p:sp>
        <p:nvSpPr>
          <p:cNvPr id="14" name="AutoShape 14"/>
          <p:cNvSpPr txBox="1"/>
          <p:nvPr/>
        </p:nvSpPr>
        <p:spPr>
          <a:xfrm>
            <a:off x="4953000" y="2286000"/>
            <a:ext cx="1651000" cy="1524000"/>
          </a:xfrm>
          <a:prstGeom prst="rect">
            <a:avLst/>
          </a:prstGeom>
          <a:noFill/>
          <a:ln w="9525" cap="flat" cmpd="sng">
            <a:noFill/>
            <a:prstDash val="solid"/>
            <a:round/>
          </a:ln>
        </p:spPr>
        <p:txBody>
          <a:bodyPr vert="horz" wrap="square" lIns="0" tIns="0" rIns="0" bIns="0" rtlCol="0" anchor="ctr" anchorCtr="0"/>
          <a:lstStyle/>
          <a:p>
            <a:pPr marL="0" indent="0" algn="l">
              <a:lnSpc>
                <a:spcPct val="133333"/>
              </a:lnSpc>
              <a:defRPr/>
            </a:pPr>
            <a:r>
              <a:rPr lang="en-US" sz="1200" b="0" i="0" u="none" strike="noStrike">
                <a:solidFill>
                  <a:srgbClr val="505A64"/>
                </a:solidFill>
                <a:latin typeface="Noto Sans SC"/>
                <a:ea typeface="Noto Sans SC"/>
                <a:cs typeface="Noto Sans SC"/>
                <a:sym typeface="Noto Sans SC"/>
              </a:rPr>
              <a:t>测试验证</a:t>
            </a:r>
            <a:endParaRPr lang="en-US" sz="1100"/>
          </a:p>
          <a:p>
            <a:pPr marL="0" indent="0" algn="l">
              <a:lnSpc>
                <a:spcPct val="133333"/>
              </a:lnSpc>
            </a:pPr>
            <a:r>
              <a:rPr lang="en-US" sz="1200" b="0" i="0" u="none" strike="noStrike">
                <a:solidFill>
                  <a:srgbClr val="505A64"/>
                </a:solidFill>
                <a:latin typeface="Noto Sans SC"/>
                <a:ea typeface="Noto Sans SC"/>
                <a:cs typeface="Noto Sans SC"/>
                <a:sym typeface="Noto Sans SC"/>
              </a:rPr>
              <a:t>· 冒烟测试</a:t>
            </a:r>
          </a:p>
          <a:p>
            <a:pPr marL="0" indent="0" algn="l">
              <a:lnSpc>
                <a:spcPct val="133333"/>
              </a:lnSpc>
            </a:pPr>
            <a:r>
              <a:rPr lang="en-US" sz="1200" b="0" i="0" u="none" strike="noStrike">
                <a:solidFill>
                  <a:srgbClr val="505A64"/>
                </a:solidFill>
                <a:latin typeface="Noto Sans SC"/>
                <a:ea typeface="Noto Sans SC"/>
                <a:cs typeface="Noto Sans SC"/>
                <a:sym typeface="Noto Sans SC"/>
              </a:rPr>
              <a:t>· R1~R6合规验证</a:t>
            </a:r>
          </a:p>
          <a:p>
            <a:pPr marL="0" indent="0" algn="l">
              <a:lnSpc>
                <a:spcPct val="133333"/>
              </a:lnSpc>
            </a:pPr>
            <a:r>
              <a:rPr lang="en-US" sz="1200" b="0" i="0" u="none" strike="noStrike">
                <a:solidFill>
                  <a:srgbClr val="505A64"/>
                </a:solidFill>
                <a:latin typeface="Noto Sans SC"/>
                <a:ea typeface="Noto Sans SC"/>
                <a:cs typeface="Noto Sans SC"/>
                <a:sym typeface="Noto Sans SC"/>
              </a:rPr>
              <a:t>· 测试报告</a:t>
            </a:r>
          </a:p>
        </p:txBody>
      </p:sp>
      <p:sp>
        <p:nvSpPr>
          <p:cNvPr id="15" name="AutoShape 15"/>
          <p:cNvSpPr/>
          <p:nvPr/>
        </p:nvSpPr>
        <p:spPr>
          <a:xfrm>
            <a:off x="6985000" y="1524000"/>
            <a:ext cx="1905000" cy="2540000"/>
          </a:xfrm>
          <a:prstGeom prst="roundRect">
            <a:avLst>
              <a:gd name="adj" fmla="val 6666"/>
            </a:avLst>
          </a:prstGeom>
          <a:solidFill>
            <a:srgbClr val="0F203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txBox="1"/>
          <p:nvPr/>
        </p:nvSpPr>
        <p:spPr>
          <a:xfrm>
            <a:off x="6985000" y="1778000"/>
            <a:ext cx="1905000" cy="381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a:ea typeface="Noto Sans SC"/>
                <a:cs typeface="Noto Sans SC"/>
                <a:sym typeface="Noto Sans SC"/>
              </a:rPr>
              <a:t>成员 D</a:t>
            </a:r>
            <a:endParaRPr lang="en-US" sz="1100"/>
          </a:p>
        </p:txBody>
      </p:sp>
      <p:sp>
        <p:nvSpPr>
          <p:cNvPr id="17" name="AutoShape 17"/>
          <p:cNvSpPr txBox="1"/>
          <p:nvPr/>
        </p:nvSpPr>
        <p:spPr>
          <a:xfrm>
            <a:off x="7112000" y="2286000"/>
            <a:ext cx="1651000" cy="1524000"/>
          </a:xfrm>
          <a:prstGeom prst="rect">
            <a:avLst/>
          </a:prstGeom>
          <a:noFill/>
          <a:ln w="9525" cap="flat" cmpd="sng">
            <a:noFill/>
            <a:prstDash val="solid"/>
            <a:round/>
          </a:ln>
        </p:spPr>
        <p:txBody>
          <a:bodyPr vert="horz" wrap="square" lIns="0" tIns="0" rIns="0" bIns="0" rtlCol="0" anchor="ctr" anchorCtr="0"/>
          <a:lstStyle/>
          <a:p>
            <a:pPr marL="0" indent="0" algn="l">
              <a:lnSpc>
                <a:spcPct val="133333"/>
              </a:lnSpc>
              <a:defRPr/>
            </a:pPr>
            <a:r>
              <a:rPr lang="en-US" sz="1200" b="0" i="0" u="none" strike="noStrike">
                <a:solidFill>
                  <a:srgbClr val="C8D2DC"/>
                </a:solidFill>
                <a:latin typeface="Noto Sans SC"/>
                <a:ea typeface="Noto Sans SC"/>
                <a:cs typeface="Noto Sans SC"/>
                <a:sym typeface="Noto Sans SC"/>
              </a:rPr>
              <a:t>汇报展示</a:t>
            </a:r>
            <a:endParaRPr lang="en-US" sz="1100"/>
          </a:p>
          <a:p>
            <a:pPr marL="0" indent="0" algn="l">
              <a:lnSpc>
                <a:spcPct val="133333"/>
              </a:lnSpc>
            </a:pPr>
            <a:r>
              <a:rPr lang="en-US" sz="1200" b="0" i="0" u="none" strike="noStrike">
                <a:solidFill>
                  <a:srgbClr val="C8D2DC"/>
                </a:solidFill>
                <a:latin typeface="Noto Sans SC"/>
                <a:ea typeface="Noto Sans SC"/>
                <a:cs typeface="Noto Sans SC"/>
                <a:sym typeface="Noto Sans SC"/>
              </a:rPr>
              <a:t>· PPT制作</a:t>
            </a:r>
          </a:p>
          <a:p>
            <a:pPr marL="0" indent="0" algn="l">
              <a:lnSpc>
                <a:spcPct val="133333"/>
              </a:lnSpc>
            </a:pPr>
            <a:r>
              <a:rPr lang="en-US" sz="1200" b="0" i="0" u="none" strike="noStrike">
                <a:solidFill>
                  <a:srgbClr val="C8D2DC"/>
                </a:solidFill>
                <a:latin typeface="Noto Sans SC"/>
                <a:ea typeface="Noto Sans SC"/>
                <a:cs typeface="Noto Sans SC"/>
                <a:sym typeface="Noto Sans SC"/>
              </a:rPr>
              <a:t>· 文档整理</a:t>
            </a:r>
          </a:p>
          <a:p>
            <a:pPr marL="0" indent="0" algn="l">
              <a:lnSpc>
                <a:spcPct val="133333"/>
              </a:lnSpc>
            </a:pPr>
            <a:r>
              <a:rPr lang="en-US" sz="1200" b="0" i="0" u="none" strike="noStrike">
                <a:solidFill>
                  <a:srgbClr val="C8D2DC"/>
                </a:solidFill>
                <a:latin typeface="Noto Sans SC"/>
                <a:ea typeface="Noto Sans SC"/>
                <a:cs typeface="Noto Sans SC"/>
                <a:sym typeface="Noto Sans SC"/>
              </a:rPr>
              <a:t>· 分工说明</a:t>
            </a:r>
          </a:p>
        </p:txBody>
      </p:sp>
      <p:sp>
        <p:nvSpPr>
          <p:cNvPr id="18" name="AutoShape 18"/>
          <p:cNvSpPr txBox="1"/>
          <p:nvPr/>
        </p:nvSpPr>
        <p:spPr>
          <a:xfrm>
            <a:off x="762000" y="4699000"/>
            <a:ext cx="7874000" cy="254000"/>
          </a:xfrm>
          <a:prstGeom prst="rect">
            <a:avLst/>
          </a:prstGeom>
          <a:noFill/>
          <a:ln w="9525"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96A0AA"/>
                </a:solidFill>
                <a:latin typeface="Noto Sans SC"/>
                <a:ea typeface="Noto Sans SC"/>
                <a:cs typeface="Noto Sans SC"/>
                <a:sym typeface="Noto Sans SC"/>
              </a:rPr>
              <a:t>实施过程 · 15</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203F">
                <a:alpha val="100000"/>
              </a:srgbClr>
            </a:gs>
            <a:gs pos="100000">
              <a:srgbClr val="234976">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9144000" cy="50800"/>
          </a:xfrm>
          <a:prstGeom prst="roundRect">
            <a:avLst>
              <a:gd name="adj" fmla="val 0"/>
            </a:avLst>
          </a:prstGeom>
          <a:solidFill>
            <a:srgbClr val="40A4D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txBox="1"/>
          <p:nvPr/>
        </p:nvSpPr>
        <p:spPr>
          <a:xfrm>
            <a:off x="762000" y="635000"/>
            <a:ext cx="7620000" cy="635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FFFFFF"/>
                </a:solidFill>
                <a:latin typeface="Noto Sans SC"/>
                <a:ea typeface="Noto Sans SC"/>
                <a:cs typeface="Noto Sans SC"/>
                <a:sym typeface="Noto Sans SC"/>
              </a:rPr>
              <a:t>十五、总结</a:t>
            </a:r>
            <a:endParaRPr lang="en-US" sz="1100"/>
          </a:p>
        </p:txBody>
      </p:sp>
      <p:cxnSp>
        <p:nvCxnSpPr>
          <p:cNvPr id="4" name="Connector 4"/>
          <p:cNvCxnSpPr/>
          <p:nvPr/>
        </p:nvCxnSpPr>
        <p:spPr>
          <a:xfrm rot="-17188">
            <a:off x="3302016" y="1454150"/>
            <a:ext cx="2540000" cy="12700"/>
          </a:xfrm>
          <a:prstGeom prst="straightConnector1">
            <a:avLst/>
          </a:prstGeom>
          <a:solidFill>
            <a:srgbClr val="DEE0E3">
              <a:alpha val="100000"/>
            </a:srgbClr>
          </a:solidFill>
          <a:ln w="25400" cap="flat" cmpd="sng">
            <a:solidFill>
              <a:srgbClr val="40A4DF">
                <a:alpha val="100000"/>
              </a:srgbClr>
            </a:solidFill>
            <a:prstDash val="solid"/>
            <a:round/>
            <a:headEnd type="none" w="lg" len="lg"/>
            <a:tailEnd type="none" w="lg" len="lg"/>
          </a:ln>
        </p:spPr>
      </p:cxnSp>
      <p:sp>
        <p:nvSpPr>
          <p:cNvPr id="5" name="AutoShape 5"/>
          <p:cNvSpPr txBox="1"/>
          <p:nvPr/>
        </p:nvSpPr>
        <p:spPr>
          <a:xfrm>
            <a:off x="1016000" y="1905000"/>
            <a:ext cx="7112000" cy="2540000"/>
          </a:xfrm>
          <a:prstGeom prst="rect">
            <a:avLst/>
          </a:prstGeom>
          <a:noFill/>
          <a:ln w="9525" cap="flat" cmpd="sng">
            <a:noFill/>
            <a:prstDash val="solid"/>
            <a:round/>
          </a:ln>
        </p:spPr>
        <p:txBody>
          <a:bodyPr vert="horz" wrap="square" lIns="0" tIns="0" rIns="0" bIns="0" rtlCol="0" anchor="ctr" anchorCtr="0"/>
          <a:lstStyle/>
          <a:p>
            <a:pPr marL="203200" indent="-203200" algn="l">
              <a:lnSpc>
                <a:spcPct val="166666"/>
              </a:lnSpc>
              <a:buClr>
                <a:srgbClr val="DCE6F0"/>
              </a:buClr>
              <a:buFont typeface="Arial"/>
              <a:buChar char="•"/>
              <a:defRPr/>
            </a:pPr>
            <a:r>
              <a:rPr lang="en-US" sz="1600" b="0" i="0" u="none" strike="noStrike">
                <a:solidFill>
                  <a:srgbClr val="DCE6F0"/>
                </a:solidFill>
                <a:latin typeface="Noto Sans SC"/>
                <a:ea typeface="Noto Sans SC"/>
                <a:cs typeface="Noto Sans SC"/>
                <a:sym typeface="Noto Sans SC"/>
              </a:rPr>
              <a:t>纯 Python 实现 RAG 问答，零重型框架、与参考案例差异化</a:t>
            </a:r>
            <a:endParaRPr lang="en-US" sz="1100"/>
          </a:p>
          <a:p>
            <a:pPr marL="203200" indent="-203200" algn="l">
              <a:lnSpc>
                <a:spcPct val="166666"/>
              </a:lnSpc>
              <a:buClr>
                <a:srgbClr val="DCE6F0"/>
              </a:buClr>
              <a:buFont typeface="Arial"/>
              <a:buChar char="•"/>
            </a:pPr>
            <a:r>
              <a:rPr lang="en-US" sz="1600" b="0" i="0" u="none" strike="noStrike">
                <a:solidFill>
                  <a:srgbClr val="DCE6F0"/>
                </a:solidFill>
                <a:latin typeface="Noto Sans SC"/>
                <a:ea typeface="Noto Sans SC"/>
                <a:cs typeface="Noto Sans SC"/>
                <a:sym typeface="Noto Sans SC"/>
              </a:rPr>
              <a:t>代码层强制"先检索后回答"，R1~R6 可逐条验证</a:t>
            </a:r>
          </a:p>
          <a:p>
            <a:pPr marL="203200" indent="-203200" algn="l">
              <a:lnSpc>
                <a:spcPct val="166666"/>
              </a:lnSpc>
              <a:buClr>
                <a:srgbClr val="DCE6F0"/>
              </a:buClr>
              <a:buFont typeface="Arial"/>
              <a:buChar char="•"/>
            </a:pPr>
            <a:r>
              <a:rPr lang="en-US" sz="1600" b="0" i="0" u="none" strike="noStrike">
                <a:solidFill>
                  <a:srgbClr val="DCE6F0"/>
                </a:solidFill>
                <a:latin typeface="Noto Sans SC"/>
                <a:ea typeface="Noto Sans SC"/>
                <a:cs typeface="Noto Sans SC"/>
                <a:sym typeface="Noto Sans SC"/>
              </a:rPr>
              <a:t>完成 2 项拓展挑战：可视化界面 + 多轮对话</a:t>
            </a:r>
          </a:p>
          <a:p>
            <a:pPr marL="203200" indent="-203200" algn="l">
              <a:lnSpc>
                <a:spcPct val="166666"/>
              </a:lnSpc>
              <a:buClr>
                <a:srgbClr val="DCE6F0"/>
              </a:buClr>
              <a:buFont typeface="Arial"/>
              <a:buChar char="•"/>
            </a:pPr>
            <a:r>
              <a:rPr lang="en-US" sz="1600" b="0" i="0" u="none" strike="noStrike">
                <a:solidFill>
                  <a:srgbClr val="DCE6F0"/>
                </a:solidFill>
                <a:latin typeface="Noto Sans SC"/>
                <a:ea typeface="Noto Sans SC"/>
                <a:cs typeface="Noto Sans SC"/>
                <a:sym typeface="Noto Sans SC"/>
              </a:rPr>
              <a:t>可演进：换教材只需重跑 build_kb；可平滑接入向量/混合检索</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1512</Words>
  <Application>Microsoft Office PowerPoint</Application>
  <PresentationFormat>全屏显示(16:9)</PresentationFormat>
  <Paragraphs>219</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3</vt:i4>
      </vt:variant>
      <vt:variant>
        <vt:lpstr>幻灯片标题</vt:lpstr>
      </vt:variant>
      <vt:variant>
        <vt:i4>16</vt:i4>
      </vt:variant>
    </vt:vector>
  </HeadingPairs>
  <TitlesOfParts>
    <vt:vector size="22" baseType="lpstr">
      <vt:lpstr>Noto Sans SC</vt:lpstr>
      <vt:lpstr>Arial</vt:lpstr>
      <vt:lpstr>Calibri</vt:lpstr>
      <vt:lpstr>Office 主题​​</vt:lpstr>
      <vt:lpstr>自定义主题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柳昕 陈</cp:lastModifiedBy>
  <cp:revision>3</cp:revision>
  <dcterms:modified xsi:type="dcterms:W3CDTF">2026-10-13T05:49:52Z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{"Label":"1","ContentProducer":"001191110102MACQD9K64010000","ProduceID":"7696025212882340823","ReservedCode1":"","ContentPropagator":"","PropagateID":"","ReservedCode2":""}</vt:lpwstr>
  </property>
</Properties>
</file>